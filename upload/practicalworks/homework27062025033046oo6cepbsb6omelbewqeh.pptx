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310" r:id="rId2"/>
    <p:sldId id="320" r:id="rId3"/>
    <p:sldId id="321" r:id="rId4"/>
    <p:sldId id="312" r:id="rId5"/>
    <p:sldId id="313" r:id="rId6"/>
    <p:sldId id="322" r:id="rId7"/>
  </p:sldIdLst>
  <p:sldSz cx="9144000" cy="5143500" type="screen16x9"/>
  <p:notesSz cx="6797675" cy="9926638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6E42"/>
    <a:srgbClr val="0099CC"/>
    <a:srgbClr val="FF37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Style moyen 2 - Accentuation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81" autoAdjust="0"/>
    <p:restoredTop sz="94234" autoAdjust="0"/>
  </p:normalViewPr>
  <p:slideViewPr>
    <p:cSldViewPr>
      <p:cViewPr varScale="1">
        <p:scale>
          <a:sx n="137" d="100"/>
          <a:sy n="137" d="100"/>
        </p:scale>
        <p:origin x="1140" y="-20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DF013D-5D7C-4C92-B18E-AB7CE58C5895}" type="datetimeFigureOut">
              <a:rPr lang="fr-FR" smtClean="0"/>
              <a:pPr/>
              <a:t>16/05/2024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C13E03-E9C3-448B-91B6-330F1D75018F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76629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C13E03-E9C3-448B-91B6-330F1D75018F}" type="slidenum">
              <a:rPr lang="fr-FR" smtClean="0"/>
              <a:pPr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548612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2400599" y="0"/>
            <a:ext cx="958427" cy="5157195"/>
          </a:xfrm>
          <a:prstGeom prst="rect">
            <a:avLst/>
          </a:prstGeom>
          <a:solidFill>
            <a:srgbClr val="00B050"/>
          </a:solidFill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3" name="Image 12" descr="Une image contenant personne, ordinateur, intérieur, texte&#10;&#10;Description générée automatiquement">
            <a:extLst>
              <a:ext uri="{FF2B5EF4-FFF2-40B4-BE49-F238E27FC236}">
                <a16:creationId xmlns:a16="http://schemas.microsoft.com/office/drawing/2014/main" id="{0444D349-9D2D-B07E-8DB5-465D42D036B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982" r="18634"/>
          <a:stretch/>
        </p:blipFill>
        <p:spPr>
          <a:xfrm>
            <a:off x="-33037" y="0"/>
            <a:ext cx="2437219" cy="5143500"/>
          </a:xfrm>
          <a:prstGeom prst="rect">
            <a:avLst/>
          </a:prstGeom>
        </p:spPr>
      </p:pic>
      <p:sp>
        <p:nvSpPr>
          <p:cNvPr id="8" name="Rectangle 7"/>
          <p:cNvSpPr/>
          <p:nvPr userDrawn="1"/>
        </p:nvSpPr>
        <p:spPr>
          <a:xfrm>
            <a:off x="1979712" y="0"/>
            <a:ext cx="432048" cy="5157195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4" name="Connecteur droit 13"/>
          <p:cNvCxnSpPr/>
          <p:nvPr userDrawn="1"/>
        </p:nvCxnSpPr>
        <p:spPr>
          <a:xfrm>
            <a:off x="4139952" y="2777076"/>
            <a:ext cx="324556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4139952" y="1491630"/>
            <a:ext cx="3245569" cy="1102519"/>
          </a:xfrm>
        </p:spPr>
        <p:txBody>
          <a:bodyPr>
            <a:normAutofit/>
          </a:bodyPr>
          <a:lstStyle>
            <a:lvl1pPr>
              <a:defRPr sz="3200" i="1" kern="900" spc="-150" baseline="0"/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17" name="Sous-titre 1"/>
          <p:cNvSpPr txBox="1">
            <a:spLocks/>
          </p:cNvSpPr>
          <p:nvPr userDrawn="1"/>
        </p:nvSpPr>
        <p:spPr>
          <a:xfrm>
            <a:off x="2934866" y="2921092"/>
            <a:ext cx="3245569" cy="658770"/>
          </a:xfrm>
          <a:prstGeom prst="rect">
            <a:avLst/>
          </a:prstGeom>
        </p:spPr>
        <p:txBody>
          <a:bodyPr vert="horz" lIns="84406" tIns="42203" rIns="84406" bIns="42203" rtlCol="0">
            <a:noAutofit/>
          </a:bodyPr>
          <a:lstStyle/>
          <a:p>
            <a:pPr algn="ctr" eaLnBrk="1" hangingPunct="1"/>
            <a:endParaRPr lang="fr-FR" sz="1200" b="1" dirty="0">
              <a:cs typeface="Eurostile"/>
            </a:endParaRPr>
          </a:p>
        </p:txBody>
      </p:sp>
      <p:sp>
        <p:nvSpPr>
          <p:cNvPr id="24" name="Espace réservé du contenu 2"/>
          <p:cNvSpPr>
            <a:spLocks noGrp="1"/>
          </p:cNvSpPr>
          <p:nvPr>
            <p:ph idx="1"/>
          </p:nvPr>
        </p:nvSpPr>
        <p:spPr>
          <a:xfrm>
            <a:off x="4139952" y="2925945"/>
            <a:ext cx="3245569" cy="437893"/>
          </a:xfrm>
        </p:spPr>
        <p:txBody>
          <a:bodyPr>
            <a:noAutofit/>
          </a:bodyPr>
          <a:lstStyle>
            <a:lvl1pPr marL="0" indent="0" algn="ctr">
              <a:buNone/>
              <a:defRPr sz="1400" b="0" i="0"/>
            </a:lvl1pPr>
            <a:lvl2pPr marL="285750" indent="-285750"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2pPr>
            <a:lvl3pPr marL="708025" indent="-228600">
              <a:buClr>
                <a:schemeClr val="accent4"/>
              </a:buClr>
              <a:buFont typeface="Century Gothic" panose="020B0502020202020204" pitchFamily="34" charset="0"/>
              <a:buChar char="−"/>
              <a:defRPr sz="1400"/>
            </a:lvl3pPr>
            <a:lvl4pPr marL="990600" indent="-228600">
              <a:buClr>
                <a:schemeClr val="accent4">
                  <a:lumMod val="75000"/>
                </a:schemeClr>
              </a:buClr>
              <a:buFont typeface="Arial" panose="020B0604020202020204" pitchFamily="34" charset="0"/>
              <a:buChar char="•"/>
              <a:defRPr sz="1200"/>
            </a:lvl4pPr>
            <a:lvl5pPr marL="1258888" indent="-228600">
              <a:buClr>
                <a:schemeClr val="accent4"/>
              </a:buClr>
              <a:buFont typeface="Wingdings" panose="05000000000000000000" pitchFamily="2" charset="2"/>
              <a:buChar char="§"/>
              <a:defRPr sz="1200"/>
            </a:lvl5pPr>
          </a:lstStyle>
          <a:p>
            <a:pPr lvl="0"/>
            <a:r>
              <a:rPr lang="fr-FR" dirty="0"/>
              <a:t>Modifiez les styles du texte du masque</a:t>
            </a:r>
          </a:p>
        </p:txBody>
      </p:sp>
      <p:sp>
        <p:nvSpPr>
          <p:cNvPr id="25" name="Espace réservé du contenu 2"/>
          <p:cNvSpPr>
            <a:spLocks noGrp="1"/>
          </p:cNvSpPr>
          <p:nvPr>
            <p:ph idx="10" hasCustomPrompt="1"/>
          </p:nvPr>
        </p:nvSpPr>
        <p:spPr>
          <a:xfrm>
            <a:off x="4139952" y="339503"/>
            <a:ext cx="3245569" cy="1008112"/>
          </a:xfrm>
        </p:spPr>
        <p:txBody>
          <a:bodyPr>
            <a:noAutofit/>
          </a:bodyPr>
          <a:lstStyle>
            <a:lvl1pPr marL="0" indent="0" algn="ctr">
              <a:buNone/>
              <a:defRPr sz="1400" b="1" i="1" baseline="0"/>
            </a:lvl1pPr>
            <a:lvl2pPr marL="285750" indent="-285750"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2pPr>
            <a:lvl3pPr marL="708025" indent="-228600">
              <a:buClr>
                <a:schemeClr val="accent4"/>
              </a:buClr>
              <a:buFont typeface="Century Gothic" panose="020B0502020202020204" pitchFamily="34" charset="0"/>
              <a:buChar char="−"/>
              <a:defRPr sz="1400"/>
            </a:lvl3pPr>
            <a:lvl4pPr marL="990600" indent="-228600">
              <a:buClr>
                <a:schemeClr val="accent4">
                  <a:lumMod val="75000"/>
                </a:schemeClr>
              </a:buClr>
              <a:buFont typeface="Arial" panose="020B0604020202020204" pitchFamily="34" charset="0"/>
              <a:buChar char="•"/>
              <a:defRPr sz="1200"/>
            </a:lvl4pPr>
            <a:lvl5pPr marL="1258888" indent="-228600">
              <a:buClr>
                <a:schemeClr val="accent4"/>
              </a:buClr>
              <a:buFont typeface="Wingdings" panose="05000000000000000000" pitchFamily="2" charset="2"/>
              <a:buChar char="§"/>
              <a:defRPr sz="1200"/>
            </a:lvl5pPr>
          </a:lstStyle>
          <a:p>
            <a:pPr lvl="0"/>
            <a:r>
              <a:rPr lang="fr-FR" dirty="0"/>
              <a:t>Logo client</a:t>
            </a:r>
          </a:p>
        </p:txBody>
      </p:sp>
      <p:sp>
        <p:nvSpPr>
          <p:cNvPr id="3" name="ZoneTexte 2"/>
          <p:cNvSpPr txBox="1"/>
          <p:nvPr userDrawn="1"/>
        </p:nvSpPr>
        <p:spPr>
          <a:xfrm rot="16200000">
            <a:off x="563824" y="1916879"/>
            <a:ext cx="468836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0" b="1" cap="small" baseline="0" dirty="0">
                <a:solidFill>
                  <a:schemeClr val="tx1"/>
                </a:solidFill>
              </a:rPr>
              <a:t>Formation</a:t>
            </a:r>
          </a:p>
        </p:txBody>
      </p:sp>
      <p:sp>
        <p:nvSpPr>
          <p:cNvPr id="12" name="ZoneTexte 11"/>
          <p:cNvSpPr txBox="1"/>
          <p:nvPr userDrawn="1"/>
        </p:nvSpPr>
        <p:spPr>
          <a:xfrm>
            <a:off x="2577674" y="4881083"/>
            <a:ext cx="60786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900" cap="small" dirty="0">
                <a:solidFill>
                  <a:schemeClr val="bg1"/>
                </a:solidFill>
              </a:rPr>
              <a:t>Parcours</a:t>
            </a:r>
          </a:p>
        </p:txBody>
      </p:sp>
    </p:spTree>
    <p:extLst>
      <p:ext uri="{BB962C8B-B14F-4D97-AF65-F5344CB8AC3E}">
        <p14:creationId xmlns:p14="http://schemas.microsoft.com/office/powerpoint/2010/main" val="24842748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Espace réservé du contenu 2"/>
          <p:cNvSpPr>
            <a:spLocks noGrp="1"/>
          </p:cNvSpPr>
          <p:nvPr>
            <p:ph idx="1"/>
          </p:nvPr>
        </p:nvSpPr>
        <p:spPr>
          <a:xfrm>
            <a:off x="3779912" y="1707654"/>
            <a:ext cx="4730563" cy="277484"/>
          </a:xfrm>
        </p:spPr>
        <p:txBody>
          <a:bodyPr>
            <a:noAutofit/>
          </a:bodyPr>
          <a:lstStyle>
            <a:lvl1pPr marL="0" indent="0">
              <a:buNone/>
              <a:defRPr sz="1200" b="0" i="1"/>
            </a:lvl1pPr>
            <a:lvl2pPr marL="285750" indent="-285750"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2pPr>
            <a:lvl3pPr marL="708025" indent="-228600">
              <a:buClr>
                <a:schemeClr val="accent4"/>
              </a:buClr>
              <a:buFont typeface="Century Gothic" panose="020B0502020202020204" pitchFamily="34" charset="0"/>
              <a:buChar char="−"/>
              <a:defRPr sz="1400"/>
            </a:lvl3pPr>
            <a:lvl4pPr marL="990600" indent="-228600">
              <a:buClr>
                <a:schemeClr val="accent4">
                  <a:lumMod val="75000"/>
                </a:schemeClr>
              </a:buClr>
              <a:buFont typeface="Arial" panose="020B0604020202020204" pitchFamily="34" charset="0"/>
              <a:buChar char="•"/>
              <a:defRPr sz="1200"/>
            </a:lvl4pPr>
            <a:lvl5pPr marL="1258888" indent="-228600">
              <a:buClr>
                <a:schemeClr val="accent4"/>
              </a:buClr>
              <a:buFont typeface="Wingdings" panose="05000000000000000000" pitchFamily="2" charset="2"/>
              <a:buChar char="§"/>
              <a:defRPr sz="1200"/>
            </a:lvl5pPr>
          </a:lstStyle>
          <a:p>
            <a:pPr lvl="0"/>
            <a:r>
              <a:rPr lang="fr-FR" dirty="0"/>
              <a:t>Modifiez les styles du texte du masque</a:t>
            </a:r>
          </a:p>
        </p:txBody>
      </p:sp>
      <p:pic>
        <p:nvPicPr>
          <p:cNvPr id="3" name="Image 2" descr="Une image contenant personne, ordinateur, intérieur, texte&#10;&#10;Description générée automatiquement">
            <a:extLst>
              <a:ext uri="{FF2B5EF4-FFF2-40B4-BE49-F238E27FC236}">
                <a16:creationId xmlns:a16="http://schemas.microsoft.com/office/drawing/2014/main" id="{DA859B0C-677D-2FEF-B88B-03F12A1497E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309" t="458" r="36377" b="-458"/>
          <a:stretch/>
        </p:blipFill>
        <p:spPr>
          <a:xfrm>
            <a:off x="0" y="-20541"/>
            <a:ext cx="1507772" cy="5177735"/>
          </a:xfrm>
          <a:prstGeom prst="rect">
            <a:avLst/>
          </a:prstGeom>
        </p:spPr>
      </p:pic>
      <p:sp>
        <p:nvSpPr>
          <p:cNvPr id="53" name="Rectangle 52"/>
          <p:cNvSpPr/>
          <p:nvPr userDrawn="1"/>
        </p:nvSpPr>
        <p:spPr>
          <a:xfrm>
            <a:off x="1579780" y="0"/>
            <a:ext cx="156712" cy="5157195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4" name="Rectangle 53"/>
          <p:cNvSpPr/>
          <p:nvPr userDrawn="1"/>
        </p:nvSpPr>
        <p:spPr>
          <a:xfrm>
            <a:off x="1507772" y="0"/>
            <a:ext cx="80412" cy="5157195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5" name="ZoneTexte 54"/>
          <p:cNvSpPr txBox="1"/>
          <p:nvPr userDrawn="1"/>
        </p:nvSpPr>
        <p:spPr>
          <a:xfrm rot="16200000">
            <a:off x="-368826" y="2060496"/>
            <a:ext cx="517773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6000" b="1" cap="small" baseline="0" dirty="0">
                <a:solidFill>
                  <a:schemeClr val="tx1"/>
                </a:solidFill>
              </a:rPr>
              <a:t>Parcours</a:t>
            </a:r>
          </a:p>
        </p:txBody>
      </p:sp>
    </p:spTree>
    <p:extLst>
      <p:ext uri="{BB962C8B-B14F-4D97-AF65-F5344CB8AC3E}">
        <p14:creationId xmlns:p14="http://schemas.microsoft.com/office/powerpoint/2010/main" val="32670758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 descr="Une image contenant personne, ordinateur, intérieur, texte&#10;&#10;Description générée automatiquement">
            <a:extLst>
              <a:ext uri="{FF2B5EF4-FFF2-40B4-BE49-F238E27FC236}">
                <a16:creationId xmlns:a16="http://schemas.microsoft.com/office/drawing/2014/main" id="{D3DBB185-E2C4-A9BA-013C-9820DFAF4B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337" r="29688"/>
          <a:stretch/>
        </p:blipFill>
        <p:spPr>
          <a:xfrm>
            <a:off x="0" y="0"/>
            <a:ext cx="835988" cy="5143500"/>
          </a:xfrm>
          <a:prstGeom prst="rect">
            <a:avLst/>
          </a:prstGeom>
        </p:spPr>
      </p:pic>
      <p:sp>
        <p:nvSpPr>
          <p:cNvPr id="53" name="Rectangle 52"/>
          <p:cNvSpPr/>
          <p:nvPr userDrawn="1"/>
        </p:nvSpPr>
        <p:spPr>
          <a:xfrm>
            <a:off x="827584" y="0"/>
            <a:ext cx="156712" cy="5157195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4" name="Rectangle 53"/>
          <p:cNvSpPr/>
          <p:nvPr userDrawn="1"/>
        </p:nvSpPr>
        <p:spPr>
          <a:xfrm>
            <a:off x="755576" y="0"/>
            <a:ext cx="80412" cy="5157195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5" name="ZoneTexte 54"/>
          <p:cNvSpPr txBox="1"/>
          <p:nvPr userDrawn="1"/>
        </p:nvSpPr>
        <p:spPr>
          <a:xfrm rot="16200000">
            <a:off x="-1109435" y="2060496"/>
            <a:ext cx="517773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6000" b="1" cap="small" baseline="0" dirty="0">
                <a:solidFill>
                  <a:schemeClr val="tx1"/>
                </a:solidFill>
              </a:rPr>
              <a:t>FORMATEUR</a:t>
            </a:r>
          </a:p>
        </p:txBody>
      </p:sp>
    </p:spTree>
    <p:extLst>
      <p:ext uri="{BB962C8B-B14F-4D97-AF65-F5344CB8AC3E}">
        <p14:creationId xmlns:p14="http://schemas.microsoft.com/office/powerpoint/2010/main" val="29452823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67544" y="1200151"/>
            <a:ext cx="8219256" cy="3394472"/>
          </a:xfrm>
        </p:spPr>
        <p:txBody>
          <a:bodyPr>
            <a:no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fr-FR" dirty="0"/>
              <a:t>Modifiez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r>
              <a:rPr lang="fr-FR"/>
              <a:t>Février 2017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r>
              <a:rPr lang="fr-FR"/>
              <a:t>Les données personnelles et le repect de la vie privée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BAB6CCCA-D603-4973-97D4-6D26921385B7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567400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r>
              <a:rPr lang="fr-FR"/>
              <a:t>Février 2017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r>
              <a:rPr lang="fr-FR"/>
              <a:t>Les données personnelles et le repect de la vie privée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BAB6CCCA-D603-4973-97D4-6D26921385B7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57330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r>
              <a:rPr lang="fr-FR"/>
              <a:t>Février 2017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r>
              <a:rPr lang="fr-FR"/>
              <a:t>Les données personnelles et le repect de la vie privée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BAB6CCCA-D603-4973-97D4-6D26921385B7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049056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8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r>
              <a:rPr lang="fr-FR"/>
              <a:t>Février 2017</a:t>
            </a:r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r>
              <a:rPr lang="fr-FR"/>
              <a:t>Les données personnelles et le repect de la vie privée</a:t>
            </a:r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BAB6CCCA-D603-4973-97D4-6D26921385B7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87981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r>
              <a:rPr lang="fr-FR"/>
              <a:t>Février 2017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r>
              <a:rPr lang="fr-FR"/>
              <a:t>Les données personnelles et le repect de la vie privée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BAB6CCCA-D603-4973-97D4-6D26921385B7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308837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r>
              <a:rPr lang="fr-FR"/>
              <a:t>Février 2017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r>
              <a:rPr lang="fr-FR"/>
              <a:t>Les données personnelles et le repect de la vie privée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BAB6CCCA-D603-4973-97D4-6D26921385B7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741630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2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r>
              <a:rPr lang="fr-FR"/>
              <a:t>Février 2017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r>
              <a:rPr lang="fr-FR"/>
              <a:t>Les données personnelles et le repect de la vie privée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BAB6CCCA-D603-4973-97D4-6D26921385B7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128026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r>
              <a:rPr lang="fr-FR"/>
              <a:t>Février 2017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r>
              <a:rPr lang="fr-FR"/>
              <a:t>Les données personnelles et le repect de la vie privée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BAB6CCCA-D603-4973-97D4-6D26921385B7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997466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r>
              <a:rPr lang="fr-FR"/>
              <a:t>Février 2017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r>
              <a:rPr lang="fr-FR"/>
              <a:t>Les données personnelles et le repect de la vie privée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BAB6CCCA-D603-4973-97D4-6D26921385B7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341081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r>
              <a:rPr lang="fr-FR"/>
              <a:t>Février 2017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r>
              <a:rPr lang="fr-FR"/>
              <a:t>Les données personnelles et le repect de la vie privée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BAB6CCCA-D603-4973-97D4-6D26921385B7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32466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2"/>
          <p:cNvSpPr>
            <a:spLocks noGrp="1"/>
          </p:cNvSpPr>
          <p:nvPr>
            <p:ph type="dt" sz="half" idx="2"/>
          </p:nvPr>
        </p:nvSpPr>
        <p:spPr>
          <a:xfrm>
            <a:off x="457200" y="4854209"/>
            <a:ext cx="2133600" cy="187039"/>
          </a:xfrm>
          <a:prstGeom prst="rect">
            <a:avLst/>
          </a:prstGeom>
        </p:spPr>
        <p:txBody>
          <a:bodyPr/>
          <a:lstStyle>
            <a:lvl1pPr>
              <a:defRPr sz="800"/>
            </a:lvl1pPr>
          </a:lstStyle>
          <a:p>
            <a:r>
              <a:rPr lang="fr-FR"/>
              <a:t>Février 2017</a:t>
            </a:r>
            <a:endParaRPr lang="fr-FR" dirty="0"/>
          </a:p>
        </p:txBody>
      </p:sp>
      <p:sp>
        <p:nvSpPr>
          <p:cNvPr id="8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3124200" y="4854209"/>
            <a:ext cx="2895600" cy="187039"/>
          </a:xfrm>
          <a:prstGeom prst="rect">
            <a:avLst/>
          </a:prstGeom>
        </p:spPr>
        <p:txBody>
          <a:bodyPr/>
          <a:lstStyle>
            <a:lvl1pPr algn="ctr">
              <a:defRPr sz="900"/>
            </a:lvl1pPr>
          </a:lstStyle>
          <a:p>
            <a:r>
              <a:rPr lang="fr-FR"/>
              <a:t>Les données personnelles et le repect de la vie privée</a:t>
            </a:r>
            <a:endParaRPr lang="fr-FR" dirty="0"/>
          </a:p>
        </p:txBody>
      </p:sp>
      <p:sp>
        <p:nvSpPr>
          <p:cNvPr id="9" name="Espace réservé du numéro de diapositive 4"/>
          <p:cNvSpPr>
            <a:spLocks noGrp="1"/>
          </p:cNvSpPr>
          <p:nvPr>
            <p:ph type="sldNum" sz="quarter" idx="4"/>
          </p:nvPr>
        </p:nvSpPr>
        <p:spPr>
          <a:xfrm>
            <a:off x="6553200" y="4854209"/>
            <a:ext cx="2133600" cy="187039"/>
          </a:xfrm>
          <a:prstGeom prst="rect">
            <a:avLst/>
          </a:prstGeom>
        </p:spPr>
        <p:txBody>
          <a:bodyPr/>
          <a:lstStyle>
            <a:lvl1pPr algn="r">
              <a:defRPr sz="800"/>
            </a:lvl1pPr>
          </a:lstStyle>
          <a:p>
            <a:fld id="{BAB6CCCA-D603-4973-97D4-6D26921385B7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89545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81" r:id="rId2"/>
    <p:sldLayoutId id="2147483682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Mai 2024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fr-FR" dirty="0"/>
              <a:t>Formation BOOTCAMP</a:t>
            </a:r>
          </a:p>
        </p:txBody>
      </p:sp>
      <p:sp>
        <p:nvSpPr>
          <p:cNvPr id="8" name="Titre 7">
            <a:extLst>
              <a:ext uri="{FF2B5EF4-FFF2-40B4-BE49-F238E27FC236}">
                <a16:creationId xmlns:a16="http://schemas.microsoft.com/office/drawing/2014/main" id="{37723E66-7C40-74A8-FE99-5058C5E478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39952" y="2067694"/>
            <a:ext cx="3245569" cy="526455"/>
          </a:xfrm>
        </p:spPr>
        <p:txBody>
          <a:bodyPr>
            <a:normAutofit fontScale="90000"/>
          </a:bodyPr>
          <a:lstStyle/>
          <a:p>
            <a:r>
              <a:rPr lang="fr-FR" dirty="0"/>
              <a:t>Parcours de formation</a:t>
            </a:r>
            <a:endParaRPr lang="fr-BJ" dirty="0"/>
          </a:p>
        </p:txBody>
      </p:sp>
      <p:pic>
        <p:nvPicPr>
          <p:cNvPr id="10" name="Image 9" descr="Une image contenant Police, logo, texte, Graphique&#10;&#10;Description générée automatiquement">
            <a:extLst>
              <a:ext uri="{FF2B5EF4-FFF2-40B4-BE49-F238E27FC236}">
                <a16:creationId xmlns:a16="http://schemas.microsoft.com/office/drawing/2014/main" id="{2949ED6B-3F5D-70ED-011C-89AEA1A30E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7944" y="834991"/>
            <a:ext cx="3528392" cy="910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3367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rme libre : forme 9">
            <a:extLst>
              <a:ext uri="{FF2B5EF4-FFF2-40B4-BE49-F238E27FC236}">
                <a16:creationId xmlns:a16="http://schemas.microsoft.com/office/drawing/2014/main" id="{9B09215E-B5E4-48CF-B8EE-395CAED572EA}"/>
              </a:ext>
            </a:extLst>
          </p:cNvPr>
          <p:cNvSpPr/>
          <p:nvPr/>
        </p:nvSpPr>
        <p:spPr>
          <a:xfrm>
            <a:off x="2919090" y="987574"/>
            <a:ext cx="1148953" cy="3703960"/>
          </a:xfrm>
          <a:custGeom>
            <a:avLst/>
            <a:gdLst>
              <a:gd name="connsiteX0" fmla="*/ 0 w 1148953"/>
              <a:gd name="connsiteY0" fmla="*/ 114895 h 3703960"/>
              <a:gd name="connsiteX1" fmla="*/ 114895 w 1148953"/>
              <a:gd name="connsiteY1" fmla="*/ 0 h 3703960"/>
              <a:gd name="connsiteX2" fmla="*/ 1034058 w 1148953"/>
              <a:gd name="connsiteY2" fmla="*/ 0 h 3703960"/>
              <a:gd name="connsiteX3" fmla="*/ 1148953 w 1148953"/>
              <a:gd name="connsiteY3" fmla="*/ 114895 h 3703960"/>
              <a:gd name="connsiteX4" fmla="*/ 1148953 w 1148953"/>
              <a:gd name="connsiteY4" fmla="*/ 3589065 h 3703960"/>
              <a:gd name="connsiteX5" fmla="*/ 1034058 w 1148953"/>
              <a:gd name="connsiteY5" fmla="*/ 3703960 h 3703960"/>
              <a:gd name="connsiteX6" fmla="*/ 114895 w 1148953"/>
              <a:gd name="connsiteY6" fmla="*/ 3703960 h 3703960"/>
              <a:gd name="connsiteX7" fmla="*/ 0 w 1148953"/>
              <a:gd name="connsiteY7" fmla="*/ 3589065 h 3703960"/>
              <a:gd name="connsiteX8" fmla="*/ 0 w 1148953"/>
              <a:gd name="connsiteY8" fmla="*/ 114895 h 3703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48953" h="3703960">
                <a:moveTo>
                  <a:pt x="0" y="114895"/>
                </a:moveTo>
                <a:cubicBezTo>
                  <a:pt x="0" y="51440"/>
                  <a:pt x="51440" y="0"/>
                  <a:pt x="114895" y="0"/>
                </a:cubicBezTo>
                <a:lnTo>
                  <a:pt x="1034058" y="0"/>
                </a:lnTo>
                <a:cubicBezTo>
                  <a:pt x="1097513" y="0"/>
                  <a:pt x="1148953" y="51440"/>
                  <a:pt x="1148953" y="114895"/>
                </a:cubicBezTo>
                <a:lnTo>
                  <a:pt x="1148953" y="3589065"/>
                </a:lnTo>
                <a:cubicBezTo>
                  <a:pt x="1148953" y="3652520"/>
                  <a:pt x="1097513" y="3703960"/>
                  <a:pt x="1034058" y="3703960"/>
                </a:cubicBezTo>
                <a:lnTo>
                  <a:pt x="114895" y="3703960"/>
                </a:lnTo>
                <a:cubicBezTo>
                  <a:pt x="51440" y="3703960"/>
                  <a:pt x="0" y="3652520"/>
                  <a:pt x="0" y="3589065"/>
                </a:cubicBezTo>
                <a:lnTo>
                  <a:pt x="0" y="114895"/>
                </a:lnTo>
                <a:close/>
              </a:path>
            </a:pathLst>
          </a:custGeom>
          <a:solidFill>
            <a:schemeClr val="bg2"/>
          </a:solidFill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0010" tIns="80010" rIns="80010" bIns="2672782" numCol="1" spcCol="1270" anchor="ctr" anchorCtr="0">
            <a:noAutofit/>
          </a:bodyPr>
          <a:lstStyle/>
          <a:p>
            <a:pPr marL="0" lvl="0" indent="0" algn="ctr" defTabSz="9334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FR" sz="2100" kern="1200" dirty="0"/>
              <a:t>Lundi</a:t>
            </a:r>
          </a:p>
        </p:txBody>
      </p:sp>
      <p:sp>
        <p:nvSpPr>
          <p:cNvPr id="11" name="Forme libre : forme 10">
            <a:extLst>
              <a:ext uri="{FF2B5EF4-FFF2-40B4-BE49-F238E27FC236}">
                <a16:creationId xmlns:a16="http://schemas.microsoft.com/office/drawing/2014/main" id="{6B51CA21-CA4A-49BD-97E5-C9957D948FDF}"/>
              </a:ext>
            </a:extLst>
          </p:cNvPr>
          <p:cNvSpPr/>
          <p:nvPr/>
        </p:nvSpPr>
        <p:spPr>
          <a:xfrm>
            <a:off x="3033985" y="1867425"/>
            <a:ext cx="919162" cy="564384"/>
          </a:xfrm>
          <a:custGeom>
            <a:avLst/>
            <a:gdLst>
              <a:gd name="connsiteX0" fmla="*/ 0 w 919162"/>
              <a:gd name="connsiteY0" fmla="*/ 56438 h 564384"/>
              <a:gd name="connsiteX1" fmla="*/ 56438 w 919162"/>
              <a:gd name="connsiteY1" fmla="*/ 0 h 564384"/>
              <a:gd name="connsiteX2" fmla="*/ 862724 w 919162"/>
              <a:gd name="connsiteY2" fmla="*/ 0 h 564384"/>
              <a:gd name="connsiteX3" fmla="*/ 919162 w 919162"/>
              <a:gd name="connsiteY3" fmla="*/ 56438 h 564384"/>
              <a:gd name="connsiteX4" fmla="*/ 919162 w 919162"/>
              <a:gd name="connsiteY4" fmla="*/ 507946 h 564384"/>
              <a:gd name="connsiteX5" fmla="*/ 862724 w 919162"/>
              <a:gd name="connsiteY5" fmla="*/ 564384 h 564384"/>
              <a:gd name="connsiteX6" fmla="*/ 56438 w 919162"/>
              <a:gd name="connsiteY6" fmla="*/ 564384 h 564384"/>
              <a:gd name="connsiteX7" fmla="*/ 0 w 919162"/>
              <a:gd name="connsiteY7" fmla="*/ 507946 h 564384"/>
              <a:gd name="connsiteX8" fmla="*/ 0 w 919162"/>
              <a:gd name="connsiteY8" fmla="*/ 56438 h 564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19162" h="564384">
                <a:moveTo>
                  <a:pt x="0" y="56438"/>
                </a:moveTo>
                <a:cubicBezTo>
                  <a:pt x="0" y="25268"/>
                  <a:pt x="25268" y="0"/>
                  <a:pt x="56438" y="0"/>
                </a:cubicBezTo>
                <a:lnTo>
                  <a:pt x="862724" y="0"/>
                </a:lnTo>
                <a:cubicBezTo>
                  <a:pt x="893894" y="0"/>
                  <a:pt x="919162" y="25268"/>
                  <a:pt x="919162" y="56438"/>
                </a:cubicBezTo>
                <a:lnTo>
                  <a:pt x="919162" y="507946"/>
                </a:lnTo>
                <a:cubicBezTo>
                  <a:pt x="919162" y="539116"/>
                  <a:pt x="893894" y="564384"/>
                  <a:pt x="862724" y="564384"/>
                </a:cubicBezTo>
                <a:lnTo>
                  <a:pt x="56438" y="564384"/>
                </a:lnTo>
                <a:cubicBezTo>
                  <a:pt x="25268" y="564384"/>
                  <a:pt x="0" y="539116"/>
                  <a:pt x="0" y="507946"/>
                </a:cubicBezTo>
                <a:lnTo>
                  <a:pt x="0" y="56438"/>
                </a:lnTo>
                <a:close/>
              </a:path>
            </a:pathLst>
          </a:custGeom>
          <a:solidFill>
            <a:srgbClr val="00B050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4310" tIns="29865" rIns="34310" bIns="29865" numCol="1" spcCol="1270" anchor="ctr" anchorCtr="0">
            <a:noAutofit/>
          </a:bodyPr>
          <a:lstStyle/>
          <a:p>
            <a:pPr marL="0" lvl="0" indent="0"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FR" sz="700" kern="1200" dirty="0"/>
              <a:t>HIGH FIVE PRESENTATION ET REGLE INTERNE </a:t>
            </a:r>
          </a:p>
        </p:txBody>
      </p:sp>
      <p:sp>
        <p:nvSpPr>
          <p:cNvPr id="13" name="Forme libre : forme 12">
            <a:extLst>
              <a:ext uri="{FF2B5EF4-FFF2-40B4-BE49-F238E27FC236}">
                <a16:creationId xmlns:a16="http://schemas.microsoft.com/office/drawing/2014/main" id="{DDF7DF74-7B60-4912-8858-3F323A11CB8A}"/>
              </a:ext>
            </a:extLst>
          </p:cNvPr>
          <p:cNvSpPr/>
          <p:nvPr/>
        </p:nvSpPr>
        <p:spPr>
          <a:xfrm>
            <a:off x="3033985" y="3304580"/>
            <a:ext cx="919162" cy="564384"/>
          </a:xfrm>
          <a:custGeom>
            <a:avLst/>
            <a:gdLst>
              <a:gd name="connsiteX0" fmla="*/ 0 w 919162"/>
              <a:gd name="connsiteY0" fmla="*/ 56438 h 564384"/>
              <a:gd name="connsiteX1" fmla="*/ 56438 w 919162"/>
              <a:gd name="connsiteY1" fmla="*/ 0 h 564384"/>
              <a:gd name="connsiteX2" fmla="*/ 862724 w 919162"/>
              <a:gd name="connsiteY2" fmla="*/ 0 h 564384"/>
              <a:gd name="connsiteX3" fmla="*/ 919162 w 919162"/>
              <a:gd name="connsiteY3" fmla="*/ 56438 h 564384"/>
              <a:gd name="connsiteX4" fmla="*/ 919162 w 919162"/>
              <a:gd name="connsiteY4" fmla="*/ 507946 h 564384"/>
              <a:gd name="connsiteX5" fmla="*/ 862724 w 919162"/>
              <a:gd name="connsiteY5" fmla="*/ 564384 h 564384"/>
              <a:gd name="connsiteX6" fmla="*/ 56438 w 919162"/>
              <a:gd name="connsiteY6" fmla="*/ 564384 h 564384"/>
              <a:gd name="connsiteX7" fmla="*/ 0 w 919162"/>
              <a:gd name="connsiteY7" fmla="*/ 507946 h 564384"/>
              <a:gd name="connsiteX8" fmla="*/ 0 w 919162"/>
              <a:gd name="connsiteY8" fmla="*/ 56438 h 564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19162" h="564384">
                <a:moveTo>
                  <a:pt x="0" y="56438"/>
                </a:moveTo>
                <a:cubicBezTo>
                  <a:pt x="0" y="25268"/>
                  <a:pt x="25268" y="0"/>
                  <a:pt x="56438" y="0"/>
                </a:cubicBezTo>
                <a:lnTo>
                  <a:pt x="862724" y="0"/>
                </a:lnTo>
                <a:cubicBezTo>
                  <a:pt x="893894" y="0"/>
                  <a:pt x="919162" y="25268"/>
                  <a:pt x="919162" y="56438"/>
                </a:cubicBezTo>
                <a:lnTo>
                  <a:pt x="919162" y="507946"/>
                </a:lnTo>
                <a:cubicBezTo>
                  <a:pt x="919162" y="539116"/>
                  <a:pt x="893894" y="564384"/>
                  <a:pt x="862724" y="564384"/>
                </a:cubicBezTo>
                <a:lnTo>
                  <a:pt x="56438" y="564384"/>
                </a:lnTo>
                <a:cubicBezTo>
                  <a:pt x="25268" y="564384"/>
                  <a:pt x="0" y="539116"/>
                  <a:pt x="0" y="507946"/>
                </a:cubicBezTo>
                <a:lnTo>
                  <a:pt x="0" y="56438"/>
                </a:lnTo>
                <a:close/>
              </a:path>
            </a:pathLst>
          </a:custGeom>
          <a:solidFill>
            <a:schemeClr val="accent3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4310" tIns="29865" rIns="34310" bIns="29865" numCol="1" spcCol="1270" anchor="ctr" anchorCtr="0"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fr-FR" sz="700" dirty="0"/>
              <a:t>INTRODUCTION AU HTML</a:t>
            </a:r>
          </a:p>
        </p:txBody>
      </p:sp>
      <p:sp>
        <p:nvSpPr>
          <p:cNvPr id="14" name="Forme libre : forme 13">
            <a:extLst>
              <a:ext uri="{FF2B5EF4-FFF2-40B4-BE49-F238E27FC236}">
                <a16:creationId xmlns:a16="http://schemas.microsoft.com/office/drawing/2014/main" id="{5E4AF84F-537B-4659-B65B-F2544DC66360}"/>
              </a:ext>
            </a:extLst>
          </p:cNvPr>
          <p:cNvSpPr/>
          <p:nvPr/>
        </p:nvSpPr>
        <p:spPr>
          <a:xfrm>
            <a:off x="3033985" y="3917977"/>
            <a:ext cx="919162" cy="564384"/>
          </a:xfrm>
          <a:custGeom>
            <a:avLst/>
            <a:gdLst>
              <a:gd name="connsiteX0" fmla="*/ 0 w 919162"/>
              <a:gd name="connsiteY0" fmla="*/ 56438 h 564384"/>
              <a:gd name="connsiteX1" fmla="*/ 56438 w 919162"/>
              <a:gd name="connsiteY1" fmla="*/ 0 h 564384"/>
              <a:gd name="connsiteX2" fmla="*/ 862724 w 919162"/>
              <a:gd name="connsiteY2" fmla="*/ 0 h 564384"/>
              <a:gd name="connsiteX3" fmla="*/ 919162 w 919162"/>
              <a:gd name="connsiteY3" fmla="*/ 56438 h 564384"/>
              <a:gd name="connsiteX4" fmla="*/ 919162 w 919162"/>
              <a:gd name="connsiteY4" fmla="*/ 507946 h 564384"/>
              <a:gd name="connsiteX5" fmla="*/ 862724 w 919162"/>
              <a:gd name="connsiteY5" fmla="*/ 564384 h 564384"/>
              <a:gd name="connsiteX6" fmla="*/ 56438 w 919162"/>
              <a:gd name="connsiteY6" fmla="*/ 564384 h 564384"/>
              <a:gd name="connsiteX7" fmla="*/ 0 w 919162"/>
              <a:gd name="connsiteY7" fmla="*/ 507946 h 564384"/>
              <a:gd name="connsiteX8" fmla="*/ 0 w 919162"/>
              <a:gd name="connsiteY8" fmla="*/ 56438 h 564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19162" h="564384">
                <a:moveTo>
                  <a:pt x="0" y="56438"/>
                </a:moveTo>
                <a:cubicBezTo>
                  <a:pt x="0" y="25268"/>
                  <a:pt x="25268" y="0"/>
                  <a:pt x="56438" y="0"/>
                </a:cubicBezTo>
                <a:lnTo>
                  <a:pt x="862724" y="0"/>
                </a:lnTo>
                <a:cubicBezTo>
                  <a:pt x="893894" y="0"/>
                  <a:pt x="919162" y="25268"/>
                  <a:pt x="919162" y="56438"/>
                </a:cubicBezTo>
                <a:lnTo>
                  <a:pt x="919162" y="507946"/>
                </a:lnTo>
                <a:cubicBezTo>
                  <a:pt x="919162" y="539116"/>
                  <a:pt x="893894" y="564384"/>
                  <a:pt x="862724" y="564384"/>
                </a:cubicBezTo>
                <a:lnTo>
                  <a:pt x="56438" y="564384"/>
                </a:lnTo>
                <a:cubicBezTo>
                  <a:pt x="25268" y="564384"/>
                  <a:pt x="0" y="539116"/>
                  <a:pt x="0" y="507946"/>
                </a:cubicBezTo>
                <a:lnTo>
                  <a:pt x="0" y="56438"/>
                </a:lnTo>
                <a:close/>
              </a:path>
            </a:pathLst>
          </a:custGeom>
          <a:solidFill>
            <a:schemeClr val="accent1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4310" tIns="29865" rIns="34310" bIns="29865" numCol="1" spcCol="1270" anchor="ctr" anchorCtr="0"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fr-FR" sz="700" dirty="0"/>
              <a:t>EXERCICE BALISE SEMANTIQUE</a:t>
            </a:r>
          </a:p>
        </p:txBody>
      </p:sp>
      <p:sp>
        <p:nvSpPr>
          <p:cNvPr id="15" name="Forme libre : forme 14">
            <a:extLst>
              <a:ext uri="{FF2B5EF4-FFF2-40B4-BE49-F238E27FC236}">
                <a16:creationId xmlns:a16="http://schemas.microsoft.com/office/drawing/2014/main" id="{6CCA5DEC-D7B4-4E59-90DB-796C01FA9879}"/>
              </a:ext>
            </a:extLst>
          </p:cNvPr>
          <p:cNvSpPr/>
          <p:nvPr/>
        </p:nvSpPr>
        <p:spPr>
          <a:xfrm>
            <a:off x="4120325" y="987574"/>
            <a:ext cx="1148953" cy="3703960"/>
          </a:xfrm>
          <a:custGeom>
            <a:avLst/>
            <a:gdLst>
              <a:gd name="connsiteX0" fmla="*/ 0 w 1148953"/>
              <a:gd name="connsiteY0" fmla="*/ 114895 h 3703960"/>
              <a:gd name="connsiteX1" fmla="*/ 114895 w 1148953"/>
              <a:gd name="connsiteY1" fmla="*/ 0 h 3703960"/>
              <a:gd name="connsiteX2" fmla="*/ 1034058 w 1148953"/>
              <a:gd name="connsiteY2" fmla="*/ 0 h 3703960"/>
              <a:gd name="connsiteX3" fmla="*/ 1148953 w 1148953"/>
              <a:gd name="connsiteY3" fmla="*/ 114895 h 3703960"/>
              <a:gd name="connsiteX4" fmla="*/ 1148953 w 1148953"/>
              <a:gd name="connsiteY4" fmla="*/ 3589065 h 3703960"/>
              <a:gd name="connsiteX5" fmla="*/ 1034058 w 1148953"/>
              <a:gd name="connsiteY5" fmla="*/ 3703960 h 3703960"/>
              <a:gd name="connsiteX6" fmla="*/ 114895 w 1148953"/>
              <a:gd name="connsiteY6" fmla="*/ 3703960 h 3703960"/>
              <a:gd name="connsiteX7" fmla="*/ 0 w 1148953"/>
              <a:gd name="connsiteY7" fmla="*/ 3589065 h 3703960"/>
              <a:gd name="connsiteX8" fmla="*/ 0 w 1148953"/>
              <a:gd name="connsiteY8" fmla="*/ 114895 h 3703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48953" h="3703960">
                <a:moveTo>
                  <a:pt x="0" y="114895"/>
                </a:moveTo>
                <a:cubicBezTo>
                  <a:pt x="0" y="51440"/>
                  <a:pt x="51440" y="0"/>
                  <a:pt x="114895" y="0"/>
                </a:cubicBezTo>
                <a:lnTo>
                  <a:pt x="1034058" y="0"/>
                </a:lnTo>
                <a:cubicBezTo>
                  <a:pt x="1097513" y="0"/>
                  <a:pt x="1148953" y="51440"/>
                  <a:pt x="1148953" y="114895"/>
                </a:cubicBezTo>
                <a:lnTo>
                  <a:pt x="1148953" y="3589065"/>
                </a:lnTo>
                <a:cubicBezTo>
                  <a:pt x="1148953" y="3652520"/>
                  <a:pt x="1097513" y="3703960"/>
                  <a:pt x="1034058" y="3703960"/>
                </a:cubicBezTo>
                <a:lnTo>
                  <a:pt x="114895" y="3703960"/>
                </a:lnTo>
                <a:cubicBezTo>
                  <a:pt x="51440" y="3703960"/>
                  <a:pt x="0" y="3652520"/>
                  <a:pt x="0" y="3589065"/>
                </a:cubicBezTo>
                <a:lnTo>
                  <a:pt x="0" y="114895"/>
                </a:lnTo>
                <a:close/>
              </a:path>
            </a:pathLst>
          </a:custGeom>
          <a:solidFill>
            <a:schemeClr val="bg2"/>
          </a:solidFill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0010" tIns="80010" rIns="80010" bIns="2672782" numCol="1" spcCol="1270" anchor="ctr" anchorCtr="0">
            <a:noAutofit/>
          </a:bodyPr>
          <a:lstStyle/>
          <a:p>
            <a:pPr marL="0" lvl="0" indent="0" algn="ctr" defTabSz="9334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FR" sz="2100" kern="1200" dirty="0"/>
              <a:t>Mardi</a:t>
            </a:r>
          </a:p>
        </p:txBody>
      </p:sp>
      <p:sp>
        <p:nvSpPr>
          <p:cNvPr id="16" name="Forme libre : forme 15">
            <a:extLst>
              <a:ext uri="{FF2B5EF4-FFF2-40B4-BE49-F238E27FC236}">
                <a16:creationId xmlns:a16="http://schemas.microsoft.com/office/drawing/2014/main" id="{74D9466C-1314-497F-84A4-134F6DB4F96E}"/>
              </a:ext>
            </a:extLst>
          </p:cNvPr>
          <p:cNvSpPr/>
          <p:nvPr/>
        </p:nvSpPr>
        <p:spPr>
          <a:xfrm>
            <a:off x="4214553" y="1867425"/>
            <a:ext cx="950962" cy="665922"/>
          </a:xfrm>
          <a:custGeom>
            <a:avLst/>
            <a:gdLst>
              <a:gd name="connsiteX0" fmla="*/ 0 w 919162"/>
              <a:gd name="connsiteY0" fmla="*/ 56438 h 564384"/>
              <a:gd name="connsiteX1" fmla="*/ 56438 w 919162"/>
              <a:gd name="connsiteY1" fmla="*/ 0 h 564384"/>
              <a:gd name="connsiteX2" fmla="*/ 862724 w 919162"/>
              <a:gd name="connsiteY2" fmla="*/ 0 h 564384"/>
              <a:gd name="connsiteX3" fmla="*/ 919162 w 919162"/>
              <a:gd name="connsiteY3" fmla="*/ 56438 h 564384"/>
              <a:gd name="connsiteX4" fmla="*/ 919162 w 919162"/>
              <a:gd name="connsiteY4" fmla="*/ 507946 h 564384"/>
              <a:gd name="connsiteX5" fmla="*/ 862724 w 919162"/>
              <a:gd name="connsiteY5" fmla="*/ 564384 h 564384"/>
              <a:gd name="connsiteX6" fmla="*/ 56438 w 919162"/>
              <a:gd name="connsiteY6" fmla="*/ 564384 h 564384"/>
              <a:gd name="connsiteX7" fmla="*/ 0 w 919162"/>
              <a:gd name="connsiteY7" fmla="*/ 507946 h 564384"/>
              <a:gd name="connsiteX8" fmla="*/ 0 w 919162"/>
              <a:gd name="connsiteY8" fmla="*/ 56438 h 564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19162" h="564384">
                <a:moveTo>
                  <a:pt x="0" y="56438"/>
                </a:moveTo>
                <a:cubicBezTo>
                  <a:pt x="0" y="25268"/>
                  <a:pt x="25268" y="0"/>
                  <a:pt x="56438" y="0"/>
                </a:cubicBezTo>
                <a:lnTo>
                  <a:pt x="862724" y="0"/>
                </a:lnTo>
                <a:cubicBezTo>
                  <a:pt x="893894" y="0"/>
                  <a:pt x="919162" y="25268"/>
                  <a:pt x="919162" y="56438"/>
                </a:cubicBezTo>
                <a:lnTo>
                  <a:pt x="919162" y="507946"/>
                </a:lnTo>
                <a:cubicBezTo>
                  <a:pt x="919162" y="539116"/>
                  <a:pt x="893894" y="564384"/>
                  <a:pt x="862724" y="564384"/>
                </a:cubicBezTo>
                <a:lnTo>
                  <a:pt x="56438" y="564384"/>
                </a:lnTo>
                <a:cubicBezTo>
                  <a:pt x="25268" y="564384"/>
                  <a:pt x="0" y="539116"/>
                  <a:pt x="0" y="507946"/>
                </a:cubicBezTo>
                <a:lnTo>
                  <a:pt x="0" y="56438"/>
                </a:lnTo>
                <a:close/>
              </a:path>
            </a:pathLst>
          </a:custGeom>
          <a:solidFill>
            <a:schemeClr val="accent1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4310" tIns="29865" rIns="34310" bIns="29865" numCol="1" spcCol="1270" anchor="ctr" anchorCtr="0">
            <a:noAutofit/>
          </a:bodyPr>
          <a:lstStyle/>
          <a:p>
            <a:pPr marL="0" lvl="0" indent="0"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FR" sz="700" kern="1200" dirty="0"/>
              <a:t>EXERCICE CITATION</a:t>
            </a:r>
          </a:p>
        </p:txBody>
      </p:sp>
      <p:sp>
        <p:nvSpPr>
          <p:cNvPr id="19" name="Forme libre : forme 18">
            <a:extLst>
              <a:ext uri="{FF2B5EF4-FFF2-40B4-BE49-F238E27FC236}">
                <a16:creationId xmlns:a16="http://schemas.microsoft.com/office/drawing/2014/main" id="{AE3254AC-7F1F-44F8-8B8E-807C0201D062}"/>
              </a:ext>
            </a:extLst>
          </p:cNvPr>
          <p:cNvSpPr/>
          <p:nvPr/>
        </p:nvSpPr>
        <p:spPr>
          <a:xfrm>
            <a:off x="4224778" y="2621370"/>
            <a:ext cx="930512" cy="576564"/>
          </a:xfrm>
          <a:custGeom>
            <a:avLst/>
            <a:gdLst>
              <a:gd name="connsiteX0" fmla="*/ 0 w 919162"/>
              <a:gd name="connsiteY0" fmla="*/ 56438 h 564384"/>
              <a:gd name="connsiteX1" fmla="*/ 56438 w 919162"/>
              <a:gd name="connsiteY1" fmla="*/ 0 h 564384"/>
              <a:gd name="connsiteX2" fmla="*/ 862724 w 919162"/>
              <a:gd name="connsiteY2" fmla="*/ 0 h 564384"/>
              <a:gd name="connsiteX3" fmla="*/ 919162 w 919162"/>
              <a:gd name="connsiteY3" fmla="*/ 56438 h 564384"/>
              <a:gd name="connsiteX4" fmla="*/ 919162 w 919162"/>
              <a:gd name="connsiteY4" fmla="*/ 507946 h 564384"/>
              <a:gd name="connsiteX5" fmla="*/ 862724 w 919162"/>
              <a:gd name="connsiteY5" fmla="*/ 564384 h 564384"/>
              <a:gd name="connsiteX6" fmla="*/ 56438 w 919162"/>
              <a:gd name="connsiteY6" fmla="*/ 564384 h 564384"/>
              <a:gd name="connsiteX7" fmla="*/ 0 w 919162"/>
              <a:gd name="connsiteY7" fmla="*/ 507946 h 564384"/>
              <a:gd name="connsiteX8" fmla="*/ 0 w 919162"/>
              <a:gd name="connsiteY8" fmla="*/ 56438 h 564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19162" h="564384">
                <a:moveTo>
                  <a:pt x="0" y="56438"/>
                </a:moveTo>
                <a:cubicBezTo>
                  <a:pt x="0" y="25268"/>
                  <a:pt x="25268" y="0"/>
                  <a:pt x="56438" y="0"/>
                </a:cubicBezTo>
                <a:lnTo>
                  <a:pt x="862724" y="0"/>
                </a:lnTo>
                <a:cubicBezTo>
                  <a:pt x="893894" y="0"/>
                  <a:pt x="919162" y="25268"/>
                  <a:pt x="919162" y="56438"/>
                </a:cubicBezTo>
                <a:lnTo>
                  <a:pt x="919162" y="507946"/>
                </a:lnTo>
                <a:cubicBezTo>
                  <a:pt x="919162" y="539116"/>
                  <a:pt x="893894" y="564384"/>
                  <a:pt x="862724" y="564384"/>
                </a:cubicBezTo>
                <a:lnTo>
                  <a:pt x="56438" y="564384"/>
                </a:lnTo>
                <a:cubicBezTo>
                  <a:pt x="25268" y="564384"/>
                  <a:pt x="0" y="539116"/>
                  <a:pt x="0" y="507946"/>
                </a:cubicBezTo>
                <a:lnTo>
                  <a:pt x="0" y="56438"/>
                </a:lnTo>
                <a:close/>
              </a:path>
            </a:pathLst>
          </a:custGeom>
          <a:solidFill>
            <a:schemeClr val="accent3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4310" tIns="29865" rIns="34310" bIns="29865" numCol="1" spcCol="1270" anchor="ctr" anchorCtr="0"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fr-FR" sz="700" dirty="0"/>
              <a:t>ORGANISER SON TEXTE ET CRÉER DESLIEN</a:t>
            </a:r>
          </a:p>
        </p:txBody>
      </p:sp>
      <p:sp>
        <p:nvSpPr>
          <p:cNvPr id="20" name="Forme libre : forme 19">
            <a:extLst>
              <a:ext uri="{FF2B5EF4-FFF2-40B4-BE49-F238E27FC236}">
                <a16:creationId xmlns:a16="http://schemas.microsoft.com/office/drawing/2014/main" id="{ECAF9BD3-1EF8-473E-9418-A3BA8529B3B3}"/>
              </a:ext>
            </a:extLst>
          </p:cNvPr>
          <p:cNvSpPr/>
          <p:nvPr/>
        </p:nvSpPr>
        <p:spPr>
          <a:xfrm>
            <a:off x="5389339" y="987574"/>
            <a:ext cx="1148953" cy="3703960"/>
          </a:xfrm>
          <a:custGeom>
            <a:avLst/>
            <a:gdLst>
              <a:gd name="connsiteX0" fmla="*/ 0 w 1148953"/>
              <a:gd name="connsiteY0" fmla="*/ 114895 h 3703960"/>
              <a:gd name="connsiteX1" fmla="*/ 114895 w 1148953"/>
              <a:gd name="connsiteY1" fmla="*/ 0 h 3703960"/>
              <a:gd name="connsiteX2" fmla="*/ 1034058 w 1148953"/>
              <a:gd name="connsiteY2" fmla="*/ 0 h 3703960"/>
              <a:gd name="connsiteX3" fmla="*/ 1148953 w 1148953"/>
              <a:gd name="connsiteY3" fmla="*/ 114895 h 3703960"/>
              <a:gd name="connsiteX4" fmla="*/ 1148953 w 1148953"/>
              <a:gd name="connsiteY4" fmla="*/ 3589065 h 3703960"/>
              <a:gd name="connsiteX5" fmla="*/ 1034058 w 1148953"/>
              <a:gd name="connsiteY5" fmla="*/ 3703960 h 3703960"/>
              <a:gd name="connsiteX6" fmla="*/ 114895 w 1148953"/>
              <a:gd name="connsiteY6" fmla="*/ 3703960 h 3703960"/>
              <a:gd name="connsiteX7" fmla="*/ 0 w 1148953"/>
              <a:gd name="connsiteY7" fmla="*/ 3589065 h 3703960"/>
              <a:gd name="connsiteX8" fmla="*/ 0 w 1148953"/>
              <a:gd name="connsiteY8" fmla="*/ 114895 h 3703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48953" h="3703960">
                <a:moveTo>
                  <a:pt x="0" y="114895"/>
                </a:moveTo>
                <a:cubicBezTo>
                  <a:pt x="0" y="51440"/>
                  <a:pt x="51440" y="0"/>
                  <a:pt x="114895" y="0"/>
                </a:cubicBezTo>
                <a:lnTo>
                  <a:pt x="1034058" y="0"/>
                </a:lnTo>
                <a:cubicBezTo>
                  <a:pt x="1097513" y="0"/>
                  <a:pt x="1148953" y="51440"/>
                  <a:pt x="1148953" y="114895"/>
                </a:cubicBezTo>
                <a:lnTo>
                  <a:pt x="1148953" y="3589065"/>
                </a:lnTo>
                <a:cubicBezTo>
                  <a:pt x="1148953" y="3652520"/>
                  <a:pt x="1097513" y="3703960"/>
                  <a:pt x="1034058" y="3703960"/>
                </a:cubicBezTo>
                <a:lnTo>
                  <a:pt x="114895" y="3703960"/>
                </a:lnTo>
                <a:cubicBezTo>
                  <a:pt x="51440" y="3703960"/>
                  <a:pt x="0" y="3652520"/>
                  <a:pt x="0" y="3589065"/>
                </a:cubicBezTo>
                <a:lnTo>
                  <a:pt x="0" y="114895"/>
                </a:lnTo>
                <a:close/>
              </a:path>
            </a:pathLst>
          </a:custGeom>
          <a:solidFill>
            <a:schemeClr val="bg2"/>
          </a:solidFill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0010" tIns="80010" rIns="80010" bIns="2672782" numCol="1" spcCol="1270" anchor="ctr" anchorCtr="0">
            <a:noAutofit/>
          </a:bodyPr>
          <a:lstStyle/>
          <a:p>
            <a:pPr marL="0" lvl="0" indent="0" algn="ctr" defTabSz="9334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FR" sz="2000" kern="1200" dirty="0"/>
              <a:t>Mercredi</a:t>
            </a:r>
          </a:p>
        </p:txBody>
      </p:sp>
      <p:sp>
        <p:nvSpPr>
          <p:cNvPr id="25" name="Forme libre : forme 24">
            <a:extLst>
              <a:ext uri="{FF2B5EF4-FFF2-40B4-BE49-F238E27FC236}">
                <a16:creationId xmlns:a16="http://schemas.microsoft.com/office/drawing/2014/main" id="{B1F129E6-5277-4703-B1FE-88DE46F78C37}"/>
              </a:ext>
            </a:extLst>
          </p:cNvPr>
          <p:cNvSpPr/>
          <p:nvPr/>
        </p:nvSpPr>
        <p:spPr>
          <a:xfrm>
            <a:off x="6583770" y="977265"/>
            <a:ext cx="1148953" cy="3703960"/>
          </a:xfrm>
          <a:custGeom>
            <a:avLst/>
            <a:gdLst>
              <a:gd name="connsiteX0" fmla="*/ 0 w 1148953"/>
              <a:gd name="connsiteY0" fmla="*/ 114895 h 3703960"/>
              <a:gd name="connsiteX1" fmla="*/ 114895 w 1148953"/>
              <a:gd name="connsiteY1" fmla="*/ 0 h 3703960"/>
              <a:gd name="connsiteX2" fmla="*/ 1034058 w 1148953"/>
              <a:gd name="connsiteY2" fmla="*/ 0 h 3703960"/>
              <a:gd name="connsiteX3" fmla="*/ 1148953 w 1148953"/>
              <a:gd name="connsiteY3" fmla="*/ 114895 h 3703960"/>
              <a:gd name="connsiteX4" fmla="*/ 1148953 w 1148953"/>
              <a:gd name="connsiteY4" fmla="*/ 3589065 h 3703960"/>
              <a:gd name="connsiteX5" fmla="*/ 1034058 w 1148953"/>
              <a:gd name="connsiteY5" fmla="*/ 3703960 h 3703960"/>
              <a:gd name="connsiteX6" fmla="*/ 114895 w 1148953"/>
              <a:gd name="connsiteY6" fmla="*/ 3703960 h 3703960"/>
              <a:gd name="connsiteX7" fmla="*/ 0 w 1148953"/>
              <a:gd name="connsiteY7" fmla="*/ 3589065 h 3703960"/>
              <a:gd name="connsiteX8" fmla="*/ 0 w 1148953"/>
              <a:gd name="connsiteY8" fmla="*/ 114895 h 3703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48953" h="3703960">
                <a:moveTo>
                  <a:pt x="0" y="114895"/>
                </a:moveTo>
                <a:cubicBezTo>
                  <a:pt x="0" y="51440"/>
                  <a:pt x="51440" y="0"/>
                  <a:pt x="114895" y="0"/>
                </a:cubicBezTo>
                <a:lnTo>
                  <a:pt x="1034058" y="0"/>
                </a:lnTo>
                <a:cubicBezTo>
                  <a:pt x="1097513" y="0"/>
                  <a:pt x="1148953" y="51440"/>
                  <a:pt x="1148953" y="114895"/>
                </a:cubicBezTo>
                <a:lnTo>
                  <a:pt x="1148953" y="3589065"/>
                </a:lnTo>
                <a:cubicBezTo>
                  <a:pt x="1148953" y="3652520"/>
                  <a:pt x="1097513" y="3703960"/>
                  <a:pt x="1034058" y="3703960"/>
                </a:cubicBezTo>
                <a:lnTo>
                  <a:pt x="114895" y="3703960"/>
                </a:lnTo>
                <a:cubicBezTo>
                  <a:pt x="51440" y="3703960"/>
                  <a:pt x="0" y="3652520"/>
                  <a:pt x="0" y="3589065"/>
                </a:cubicBezTo>
                <a:lnTo>
                  <a:pt x="0" y="114895"/>
                </a:lnTo>
                <a:close/>
              </a:path>
            </a:pathLst>
          </a:custGeom>
          <a:solidFill>
            <a:schemeClr val="bg2"/>
          </a:solidFill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0010" tIns="80010" rIns="80010" bIns="2672782" numCol="1" spcCol="1270" anchor="ctr" anchorCtr="0">
            <a:noAutofit/>
          </a:bodyPr>
          <a:lstStyle/>
          <a:p>
            <a:pPr marL="0" lvl="0" indent="0" algn="ctr" defTabSz="9334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FR" sz="2100" kern="1200" dirty="0"/>
              <a:t>Jeudi</a:t>
            </a:r>
          </a:p>
        </p:txBody>
      </p:sp>
      <p:sp>
        <p:nvSpPr>
          <p:cNvPr id="30" name="Forme libre : forme 29">
            <a:extLst>
              <a:ext uri="{FF2B5EF4-FFF2-40B4-BE49-F238E27FC236}">
                <a16:creationId xmlns:a16="http://schemas.microsoft.com/office/drawing/2014/main" id="{9FB52109-E815-4CE7-97CA-F2634AD71FDA}"/>
              </a:ext>
            </a:extLst>
          </p:cNvPr>
          <p:cNvSpPr/>
          <p:nvPr/>
        </p:nvSpPr>
        <p:spPr>
          <a:xfrm>
            <a:off x="7859588" y="987574"/>
            <a:ext cx="1148953" cy="3703960"/>
          </a:xfrm>
          <a:custGeom>
            <a:avLst/>
            <a:gdLst>
              <a:gd name="connsiteX0" fmla="*/ 0 w 1148953"/>
              <a:gd name="connsiteY0" fmla="*/ 114895 h 3703960"/>
              <a:gd name="connsiteX1" fmla="*/ 114895 w 1148953"/>
              <a:gd name="connsiteY1" fmla="*/ 0 h 3703960"/>
              <a:gd name="connsiteX2" fmla="*/ 1034058 w 1148953"/>
              <a:gd name="connsiteY2" fmla="*/ 0 h 3703960"/>
              <a:gd name="connsiteX3" fmla="*/ 1148953 w 1148953"/>
              <a:gd name="connsiteY3" fmla="*/ 114895 h 3703960"/>
              <a:gd name="connsiteX4" fmla="*/ 1148953 w 1148953"/>
              <a:gd name="connsiteY4" fmla="*/ 3589065 h 3703960"/>
              <a:gd name="connsiteX5" fmla="*/ 1034058 w 1148953"/>
              <a:gd name="connsiteY5" fmla="*/ 3703960 h 3703960"/>
              <a:gd name="connsiteX6" fmla="*/ 114895 w 1148953"/>
              <a:gd name="connsiteY6" fmla="*/ 3703960 h 3703960"/>
              <a:gd name="connsiteX7" fmla="*/ 0 w 1148953"/>
              <a:gd name="connsiteY7" fmla="*/ 3589065 h 3703960"/>
              <a:gd name="connsiteX8" fmla="*/ 0 w 1148953"/>
              <a:gd name="connsiteY8" fmla="*/ 114895 h 3703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48953" h="3703960">
                <a:moveTo>
                  <a:pt x="0" y="114895"/>
                </a:moveTo>
                <a:cubicBezTo>
                  <a:pt x="0" y="51440"/>
                  <a:pt x="51440" y="0"/>
                  <a:pt x="114895" y="0"/>
                </a:cubicBezTo>
                <a:lnTo>
                  <a:pt x="1034058" y="0"/>
                </a:lnTo>
                <a:cubicBezTo>
                  <a:pt x="1097513" y="0"/>
                  <a:pt x="1148953" y="51440"/>
                  <a:pt x="1148953" y="114895"/>
                </a:cubicBezTo>
                <a:lnTo>
                  <a:pt x="1148953" y="3589065"/>
                </a:lnTo>
                <a:cubicBezTo>
                  <a:pt x="1148953" y="3652520"/>
                  <a:pt x="1097513" y="3703960"/>
                  <a:pt x="1034058" y="3703960"/>
                </a:cubicBezTo>
                <a:lnTo>
                  <a:pt x="114895" y="3703960"/>
                </a:lnTo>
                <a:cubicBezTo>
                  <a:pt x="51440" y="3703960"/>
                  <a:pt x="0" y="3652520"/>
                  <a:pt x="0" y="3589065"/>
                </a:cubicBezTo>
                <a:lnTo>
                  <a:pt x="0" y="114895"/>
                </a:lnTo>
                <a:close/>
              </a:path>
            </a:pathLst>
          </a:custGeom>
          <a:solidFill>
            <a:schemeClr val="bg2"/>
          </a:solidFill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0010" tIns="80010" rIns="80010" bIns="2672782" numCol="1" spcCol="1270" anchor="ctr" anchorCtr="0">
            <a:noAutofit/>
          </a:bodyPr>
          <a:lstStyle/>
          <a:p>
            <a:pPr marL="0" lvl="0" indent="0" algn="ctr" defTabSz="9334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FR" sz="2100" kern="1200" dirty="0"/>
              <a:t>Vendredi</a:t>
            </a:r>
          </a:p>
        </p:txBody>
      </p:sp>
      <p:sp>
        <p:nvSpPr>
          <p:cNvPr id="31" name="Forme libre : forme 30">
            <a:extLst>
              <a:ext uri="{FF2B5EF4-FFF2-40B4-BE49-F238E27FC236}">
                <a16:creationId xmlns:a16="http://schemas.microsoft.com/office/drawing/2014/main" id="{35140602-38D9-4F08-9388-E8222983E680}"/>
              </a:ext>
            </a:extLst>
          </p:cNvPr>
          <p:cNvSpPr/>
          <p:nvPr/>
        </p:nvSpPr>
        <p:spPr>
          <a:xfrm>
            <a:off x="7993858" y="1836458"/>
            <a:ext cx="890943" cy="601857"/>
          </a:xfrm>
          <a:custGeom>
            <a:avLst/>
            <a:gdLst>
              <a:gd name="connsiteX0" fmla="*/ 0 w 919162"/>
              <a:gd name="connsiteY0" fmla="*/ 56438 h 564384"/>
              <a:gd name="connsiteX1" fmla="*/ 56438 w 919162"/>
              <a:gd name="connsiteY1" fmla="*/ 0 h 564384"/>
              <a:gd name="connsiteX2" fmla="*/ 862724 w 919162"/>
              <a:gd name="connsiteY2" fmla="*/ 0 h 564384"/>
              <a:gd name="connsiteX3" fmla="*/ 919162 w 919162"/>
              <a:gd name="connsiteY3" fmla="*/ 56438 h 564384"/>
              <a:gd name="connsiteX4" fmla="*/ 919162 w 919162"/>
              <a:gd name="connsiteY4" fmla="*/ 507946 h 564384"/>
              <a:gd name="connsiteX5" fmla="*/ 862724 w 919162"/>
              <a:gd name="connsiteY5" fmla="*/ 564384 h 564384"/>
              <a:gd name="connsiteX6" fmla="*/ 56438 w 919162"/>
              <a:gd name="connsiteY6" fmla="*/ 564384 h 564384"/>
              <a:gd name="connsiteX7" fmla="*/ 0 w 919162"/>
              <a:gd name="connsiteY7" fmla="*/ 507946 h 564384"/>
              <a:gd name="connsiteX8" fmla="*/ 0 w 919162"/>
              <a:gd name="connsiteY8" fmla="*/ 56438 h 564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19162" h="564384">
                <a:moveTo>
                  <a:pt x="0" y="56438"/>
                </a:moveTo>
                <a:cubicBezTo>
                  <a:pt x="0" y="25268"/>
                  <a:pt x="25268" y="0"/>
                  <a:pt x="56438" y="0"/>
                </a:cubicBezTo>
                <a:lnTo>
                  <a:pt x="862724" y="0"/>
                </a:lnTo>
                <a:cubicBezTo>
                  <a:pt x="893894" y="0"/>
                  <a:pt x="919162" y="25268"/>
                  <a:pt x="919162" y="56438"/>
                </a:cubicBezTo>
                <a:lnTo>
                  <a:pt x="919162" y="507946"/>
                </a:lnTo>
                <a:cubicBezTo>
                  <a:pt x="919162" y="539116"/>
                  <a:pt x="893894" y="564384"/>
                  <a:pt x="862724" y="564384"/>
                </a:cubicBezTo>
                <a:lnTo>
                  <a:pt x="56438" y="564384"/>
                </a:lnTo>
                <a:cubicBezTo>
                  <a:pt x="25268" y="564384"/>
                  <a:pt x="0" y="539116"/>
                  <a:pt x="0" y="507946"/>
                </a:cubicBezTo>
                <a:lnTo>
                  <a:pt x="0" y="56438"/>
                </a:lnTo>
                <a:close/>
              </a:path>
            </a:pathLst>
          </a:custGeom>
          <a:solidFill>
            <a:schemeClr val="accent1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4310" tIns="29865" rIns="34310" bIns="29865" numCol="1" spcCol="1270" anchor="ctr" anchorCtr="0">
            <a:noAutofit/>
          </a:bodyPr>
          <a:lstStyle/>
          <a:p>
            <a:pPr lvl="0"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fr-FR" sz="700" kern="1200" dirty="0"/>
              <a:t>PROJET HTML 5</a:t>
            </a:r>
          </a:p>
        </p:txBody>
      </p:sp>
      <p:sp>
        <p:nvSpPr>
          <p:cNvPr id="4" name="ZoneTexte 3"/>
          <p:cNvSpPr txBox="1"/>
          <p:nvPr/>
        </p:nvSpPr>
        <p:spPr>
          <a:xfrm>
            <a:off x="2945734" y="267494"/>
            <a:ext cx="6048672" cy="510778"/>
          </a:xfrm>
          <a:prstGeom prst="round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2400" b="1" i="1" dirty="0">
                <a:solidFill>
                  <a:schemeClr val="bg1"/>
                </a:solidFill>
              </a:rPr>
              <a:t>Semaine 1</a:t>
            </a:r>
          </a:p>
        </p:txBody>
      </p:sp>
      <p:sp>
        <p:nvSpPr>
          <p:cNvPr id="8" name="ZoneTexte 7"/>
          <p:cNvSpPr txBox="1"/>
          <p:nvPr/>
        </p:nvSpPr>
        <p:spPr>
          <a:xfrm>
            <a:off x="8028384" y="1075051"/>
            <a:ext cx="846529" cy="289441"/>
          </a:xfrm>
          <a:prstGeom prst="roundRect">
            <a:avLst/>
          </a:prstGeom>
          <a:solidFill>
            <a:schemeClr val="bg2">
              <a:lumMod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fr-FR" sz="1100" b="1" dirty="0">
                <a:solidFill>
                  <a:schemeClr val="bg1"/>
                </a:solidFill>
              </a:rPr>
              <a:t>Quiz HTML</a:t>
            </a:r>
          </a:p>
        </p:txBody>
      </p:sp>
      <p:sp>
        <p:nvSpPr>
          <p:cNvPr id="41" name="Forme libre : forme 40">
            <a:extLst>
              <a:ext uri="{FF2B5EF4-FFF2-40B4-BE49-F238E27FC236}">
                <a16:creationId xmlns:a16="http://schemas.microsoft.com/office/drawing/2014/main" id="{5161A7FE-F282-4516-B25A-45C42CEFBD39}"/>
              </a:ext>
            </a:extLst>
          </p:cNvPr>
          <p:cNvSpPr/>
          <p:nvPr/>
        </p:nvSpPr>
        <p:spPr>
          <a:xfrm>
            <a:off x="6704303" y="2580230"/>
            <a:ext cx="907885" cy="617704"/>
          </a:xfrm>
          <a:custGeom>
            <a:avLst/>
            <a:gdLst>
              <a:gd name="connsiteX0" fmla="*/ 0 w 919162"/>
              <a:gd name="connsiteY0" fmla="*/ 56438 h 564384"/>
              <a:gd name="connsiteX1" fmla="*/ 56438 w 919162"/>
              <a:gd name="connsiteY1" fmla="*/ 0 h 564384"/>
              <a:gd name="connsiteX2" fmla="*/ 862724 w 919162"/>
              <a:gd name="connsiteY2" fmla="*/ 0 h 564384"/>
              <a:gd name="connsiteX3" fmla="*/ 919162 w 919162"/>
              <a:gd name="connsiteY3" fmla="*/ 56438 h 564384"/>
              <a:gd name="connsiteX4" fmla="*/ 919162 w 919162"/>
              <a:gd name="connsiteY4" fmla="*/ 507946 h 564384"/>
              <a:gd name="connsiteX5" fmla="*/ 862724 w 919162"/>
              <a:gd name="connsiteY5" fmla="*/ 564384 h 564384"/>
              <a:gd name="connsiteX6" fmla="*/ 56438 w 919162"/>
              <a:gd name="connsiteY6" fmla="*/ 564384 h 564384"/>
              <a:gd name="connsiteX7" fmla="*/ 0 w 919162"/>
              <a:gd name="connsiteY7" fmla="*/ 507946 h 564384"/>
              <a:gd name="connsiteX8" fmla="*/ 0 w 919162"/>
              <a:gd name="connsiteY8" fmla="*/ 56438 h 564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19162" h="564384">
                <a:moveTo>
                  <a:pt x="0" y="56438"/>
                </a:moveTo>
                <a:cubicBezTo>
                  <a:pt x="0" y="25268"/>
                  <a:pt x="25268" y="0"/>
                  <a:pt x="56438" y="0"/>
                </a:cubicBezTo>
                <a:lnTo>
                  <a:pt x="862724" y="0"/>
                </a:lnTo>
                <a:cubicBezTo>
                  <a:pt x="893894" y="0"/>
                  <a:pt x="919162" y="25268"/>
                  <a:pt x="919162" y="56438"/>
                </a:cubicBezTo>
                <a:lnTo>
                  <a:pt x="919162" y="507946"/>
                </a:lnTo>
                <a:cubicBezTo>
                  <a:pt x="919162" y="539116"/>
                  <a:pt x="893894" y="564384"/>
                  <a:pt x="862724" y="564384"/>
                </a:cubicBezTo>
                <a:lnTo>
                  <a:pt x="56438" y="564384"/>
                </a:lnTo>
                <a:cubicBezTo>
                  <a:pt x="25268" y="564384"/>
                  <a:pt x="0" y="539116"/>
                  <a:pt x="0" y="507946"/>
                </a:cubicBezTo>
                <a:lnTo>
                  <a:pt x="0" y="56438"/>
                </a:lnTo>
                <a:close/>
              </a:path>
            </a:pathLst>
          </a:custGeom>
          <a:solidFill>
            <a:schemeClr val="accent1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4310" tIns="29865" rIns="34310" bIns="29865" numCol="1" spcCol="1270" anchor="ctr" anchorCtr="0"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fr-FR" sz="800" dirty="0"/>
              <a:t>EXERCICE FINALE NEW YORK</a:t>
            </a:r>
          </a:p>
        </p:txBody>
      </p:sp>
      <p:sp>
        <p:nvSpPr>
          <p:cNvPr id="33" name="Forme libre : forme 11">
            <a:extLst>
              <a:ext uri="{FF2B5EF4-FFF2-40B4-BE49-F238E27FC236}">
                <a16:creationId xmlns:a16="http://schemas.microsoft.com/office/drawing/2014/main" id="{52F4C909-DA62-456B-A27A-AF9D7C06CAAA}"/>
              </a:ext>
            </a:extLst>
          </p:cNvPr>
          <p:cNvSpPr/>
          <p:nvPr/>
        </p:nvSpPr>
        <p:spPr>
          <a:xfrm>
            <a:off x="3033985" y="2583430"/>
            <a:ext cx="919162" cy="564384"/>
          </a:xfrm>
          <a:custGeom>
            <a:avLst/>
            <a:gdLst>
              <a:gd name="connsiteX0" fmla="*/ 0 w 919162"/>
              <a:gd name="connsiteY0" fmla="*/ 56438 h 564384"/>
              <a:gd name="connsiteX1" fmla="*/ 56438 w 919162"/>
              <a:gd name="connsiteY1" fmla="*/ 0 h 564384"/>
              <a:gd name="connsiteX2" fmla="*/ 862724 w 919162"/>
              <a:gd name="connsiteY2" fmla="*/ 0 h 564384"/>
              <a:gd name="connsiteX3" fmla="*/ 919162 w 919162"/>
              <a:gd name="connsiteY3" fmla="*/ 56438 h 564384"/>
              <a:gd name="connsiteX4" fmla="*/ 919162 w 919162"/>
              <a:gd name="connsiteY4" fmla="*/ 507946 h 564384"/>
              <a:gd name="connsiteX5" fmla="*/ 862724 w 919162"/>
              <a:gd name="connsiteY5" fmla="*/ 564384 h 564384"/>
              <a:gd name="connsiteX6" fmla="*/ 56438 w 919162"/>
              <a:gd name="connsiteY6" fmla="*/ 564384 h 564384"/>
              <a:gd name="connsiteX7" fmla="*/ 0 w 919162"/>
              <a:gd name="connsiteY7" fmla="*/ 507946 h 564384"/>
              <a:gd name="connsiteX8" fmla="*/ 0 w 919162"/>
              <a:gd name="connsiteY8" fmla="*/ 56438 h 564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19162" h="564384">
                <a:moveTo>
                  <a:pt x="0" y="56438"/>
                </a:moveTo>
                <a:cubicBezTo>
                  <a:pt x="0" y="25268"/>
                  <a:pt x="25268" y="0"/>
                  <a:pt x="56438" y="0"/>
                </a:cubicBezTo>
                <a:lnTo>
                  <a:pt x="862724" y="0"/>
                </a:lnTo>
                <a:cubicBezTo>
                  <a:pt x="893894" y="0"/>
                  <a:pt x="919162" y="25268"/>
                  <a:pt x="919162" y="56438"/>
                </a:cubicBezTo>
                <a:lnTo>
                  <a:pt x="919162" y="507946"/>
                </a:lnTo>
                <a:cubicBezTo>
                  <a:pt x="919162" y="539116"/>
                  <a:pt x="893894" y="564384"/>
                  <a:pt x="862724" y="564384"/>
                </a:cubicBezTo>
                <a:lnTo>
                  <a:pt x="56438" y="564384"/>
                </a:lnTo>
                <a:cubicBezTo>
                  <a:pt x="25268" y="564384"/>
                  <a:pt x="0" y="539116"/>
                  <a:pt x="0" y="507946"/>
                </a:cubicBezTo>
                <a:lnTo>
                  <a:pt x="0" y="56438"/>
                </a:lnTo>
                <a:close/>
              </a:path>
            </a:pathLst>
          </a:custGeom>
          <a:solidFill>
            <a:srgbClr val="FF0000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4310" tIns="29865" rIns="34310" bIns="29865" numCol="1" spcCol="1270" anchor="ctr" anchorCtr="0">
            <a:noAutofit/>
          </a:bodyPr>
          <a:lstStyle/>
          <a:p>
            <a:pPr marL="0" lvl="0" indent="0"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FR" sz="700" dirty="0"/>
              <a:t>INTRODUCTION AU RACCOURCIS INFORMATIQUE</a:t>
            </a:r>
            <a:endParaRPr lang="fr-FR" sz="700" kern="1200" dirty="0"/>
          </a:p>
        </p:txBody>
      </p:sp>
      <p:sp>
        <p:nvSpPr>
          <p:cNvPr id="46" name="Forme libre : forme 32">
            <a:extLst>
              <a:ext uri="{FF2B5EF4-FFF2-40B4-BE49-F238E27FC236}">
                <a16:creationId xmlns:a16="http://schemas.microsoft.com/office/drawing/2014/main" id="{429C4D47-7D23-4B67-9DEE-F2697416C72E}"/>
              </a:ext>
            </a:extLst>
          </p:cNvPr>
          <p:cNvSpPr/>
          <p:nvPr/>
        </p:nvSpPr>
        <p:spPr>
          <a:xfrm>
            <a:off x="5526703" y="2583430"/>
            <a:ext cx="919162" cy="568708"/>
          </a:xfrm>
          <a:custGeom>
            <a:avLst/>
            <a:gdLst>
              <a:gd name="connsiteX0" fmla="*/ 0 w 919162"/>
              <a:gd name="connsiteY0" fmla="*/ 56438 h 564384"/>
              <a:gd name="connsiteX1" fmla="*/ 56438 w 919162"/>
              <a:gd name="connsiteY1" fmla="*/ 0 h 564384"/>
              <a:gd name="connsiteX2" fmla="*/ 862724 w 919162"/>
              <a:gd name="connsiteY2" fmla="*/ 0 h 564384"/>
              <a:gd name="connsiteX3" fmla="*/ 919162 w 919162"/>
              <a:gd name="connsiteY3" fmla="*/ 56438 h 564384"/>
              <a:gd name="connsiteX4" fmla="*/ 919162 w 919162"/>
              <a:gd name="connsiteY4" fmla="*/ 507946 h 564384"/>
              <a:gd name="connsiteX5" fmla="*/ 862724 w 919162"/>
              <a:gd name="connsiteY5" fmla="*/ 564384 h 564384"/>
              <a:gd name="connsiteX6" fmla="*/ 56438 w 919162"/>
              <a:gd name="connsiteY6" fmla="*/ 564384 h 564384"/>
              <a:gd name="connsiteX7" fmla="*/ 0 w 919162"/>
              <a:gd name="connsiteY7" fmla="*/ 507946 h 564384"/>
              <a:gd name="connsiteX8" fmla="*/ 0 w 919162"/>
              <a:gd name="connsiteY8" fmla="*/ 56438 h 564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19162" h="564384">
                <a:moveTo>
                  <a:pt x="0" y="56438"/>
                </a:moveTo>
                <a:cubicBezTo>
                  <a:pt x="0" y="25268"/>
                  <a:pt x="25268" y="0"/>
                  <a:pt x="56438" y="0"/>
                </a:cubicBezTo>
                <a:lnTo>
                  <a:pt x="862724" y="0"/>
                </a:lnTo>
                <a:cubicBezTo>
                  <a:pt x="893894" y="0"/>
                  <a:pt x="919162" y="25268"/>
                  <a:pt x="919162" y="56438"/>
                </a:cubicBezTo>
                <a:lnTo>
                  <a:pt x="919162" y="507946"/>
                </a:lnTo>
                <a:cubicBezTo>
                  <a:pt x="919162" y="539116"/>
                  <a:pt x="893894" y="564384"/>
                  <a:pt x="862724" y="564384"/>
                </a:cubicBezTo>
                <a:lnTo>
                  <a:pt x="56438" y="564384"/>
                </a:lnTo>
                <a:cubicBezTo>
                  <a:pt x="25268" y="564384"/>
                  <a:pt x="0" y="539116"/>
                  <a:pt x="0" y="507946"/>
                </a:cubicBezTo>
                <a:lnTo>
                  <a:pt x="0" y="56438"/>
                </a:lnTo>
                <a:close/>
              </a:path>
            </a:pathLst>
          </a:custGeom>
          <a:solidFill>
            <a:srgbClr val="92D050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4310" tIns="29865" rIns="34310" bIns="29865" numCol="1" spcCol="1270" anchor="ctr" anchorCtr="0">
            <a:noAutofit/>
          </a:bodyPr>
          <a:lstStyle/>
          <a:p>
            <a:pPr marL="0" lvl="0" indent="0"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FR" sz="700" kern="1200" dirty="0"/>
              <a:t>EXERCICE AJOUTER DES IMAGES</a:t>
            </a:r>
          </a:p>
        </p:txBody>
      </p:sp>
      <p:sp>
        <p:nvSpPr>
          <p:cNvPr id="35" name="Forme libre : forme 34">
            <a:extLst>
              <a:ext uri="{FF2B5EF4-FFF2-40B4-BE49-F238E27FC236}">
                <a16:creationId xmlns:a16="http://schemas.microsoft.com/office/drawing/2014/main" id="{ADDA921D-B0DC-4CD3-9DBC-E2C14B950A53}"/>
              </a:ext>
            </a:extLst>
          </p:cNvPr>
          <p:cNvSpPr/>
          <p:nvPr/>
        </p:nvSpPr>
        <p:spPr>
          <a:xfrm>
            <a:off x="4227920" y="3304609"/>
            <a:ext cx="930512" cy="571390"/>
          </a:xfrm>
          <a:custGeom>
            <a:avLst/>
            <a:gdLst>
              <a:gd name="connsiteX0" fmla="*/ 0 w 919162"/>
              <a:gd name="connsiteY0" fmla="*/ 56438 h 564384"/>
              <a:gd name="connsiteX1" fmla="*/ 56438 w 919162"/>
              <a:gd name="connsiteY1" fmla="*/ 0 h 564384"/>
              <a:gd name="connsiteX2" fmla="*/ 862724 w 919162"/>
              <a:gd name="connsiteY2" fmla="*/ 0 h 564384"/>
              <a:gd name="connsiteX3" fmla="*/ 919162 w 919162"/>
              <a:gd name="connsiteY3" fmla="*/ 56438 h 564384"/>
              <a:gd name="connsiteX4" fmla="*/ 919162 w 919162"/>
              <a:gd name="connsiteY4" fmla="*/ 507946 h 564384"/>
              <a:gd name="connsiteX5" fmla="*/ 862724 w 919162"/>
              <a:gd name="connsiteY5" fmla="*/ 564384 h 564384"/>
              <a:gd name="connsiteX6" fmla="*/ 56438 w 919162"/>
              <a:gd name="connsiteY6" fmla="*/ 564384 h 564384"/>
              <a:gd name="connsiteX7" fmla="*/ 0 w 919162"/>
              <a:gd name="connsiteY7" fmla="*/ 507946 h 564384"/>
              <a:gd name="connsiteX8" fmla="*/ 0 w 919162"/>
              <a:gd name="connsiteY8" fmla="*/ 56438 h 564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19162" h="564384">
                <a:moveTo>
                  <a:pt x="0" y="56438"/>
                </a:moveTo>
                <a:cubicBezTo>
                  <a:pt x="0" y="25268"/>
                  <a:pt x="25268" y="0"/>
                  <a:pt x="56438" y="0"/>
                </a:cubicBezTo>
                <a:lnTo>
                  <a:pt x="862724" y="0"/>
                </a:lnTo>
                <a:cubicBezTo>
                  <a:pt x="893894" y="0"/>
                  <a:pt x="919162" y="25268"/>
                  <a:pt x="919162" y="56438"/>
                </a:cubicBezTo>
                <a:lnTo>
                  <a:pt x="919162" y="507946"/>
                </a:lnTo>
                <a:cubicBezTo>
                  <a:pt x="919162" y="539116"/>
                  <a:pt x="893894" y="564384"/>
                  <a:pt x="862724" y="564384"/>
                </a:cubicBezTo>
                <a:lnTo>
                  <a:pt x="56438" y="564384"/>
                </a:lnTo>
                <a:cubicBezTo>
                  <a:pt x="25268" y="564384"/>
                  <a:pt x="0" y="539116"/>
                  <a:pt x="0" y="507946"/>
                </a:cubicBezTo>
                <a:lnTo>
                  <a:pt x="0" y="56438"/>
                </a:lnTo>
                <a:close/>
              </a:path>
            </a:pathLst>
          </a:custGeom>
          <a:solidFill>
            <a:srgbClr val="92D050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4310" tIns="29865" rIns="34310" bIns="29865" numCol="1" spcCol="1270" anchor="ctr" anchorCtr="0"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fr-FR" sz="700" dirty="0"/>
              <a:t>EXERCICE CRÉER DES ANCRES ET DES LIENS</a:t>
            </a:r>
          </a:p>
        </p:txBody>
      </p:sp>
      <p:sp>
        <p:nvSpPr>
          <p:cNvPr id="2" name="Forme libre 29">
            <a:extLst>
              <a:ext uri="{FF2B5EF4-FFF2-40B4-BE49-F238E27FC236}">
                <a16:creationId xmlns:a16="http://schemas.microsoft.com/office/drawing/2014/main" id="{9E20D85F-5640-A789-345D-553319A0342B}"/>
              </a:ext>
            </a:extLst>
          </p:cNvPr>
          <p:cNvSpPr/>
          <p:nvPr/>
        </p:nvSpPr>
        <p:spPr>
          <a:xfrm>
            <a:off x="6711454" y="3263003"/>
            <a:ext cx="907885" cy="587336"/>
          </a:xfrm>
          <a:custGeom>
            <a:avLst/>
            <a:gdLst>
              <a:gd name="connsiteX0" fmla="*/ 0 w 919162"/>
              <a:gd name="connsiteY0" fmla="*/ 36442 h 364423"/>
              <a:gd name="connsiteX1" fmla="*/ 36442 w 919162"/>
              <a:gd name="connsiteY1" fmla="*/ 0 h 364423"/>
              <a:gd name="connsiteX2" fmla="*/ 882720 w 919162"/>
              <a:gd name="connsiteY2" fmla="*/ 0 h 364423"/>
              <a:gd name="connsiteX3" fmla="*/ 919162 w 919162"/>
              <a:gd name="connsiteY3" fmla="*/ 36442 h 364423"/>
              <a:gd name="connsiteX4" fmla="*/ 919162 w 919162"/>
              <a:gd name="connsiteY4" fmla="*/ 327981 h 364423"/>
              <a:gd name="connsiteX5" fmla="*/ 882720 w 919162"/>
              <a:gd name="connsiteY5" fmla="*/ 364423 h 364423"/>
              <a:gd name="connsiteX6" fmla="*/ 36442 w 919162"/>
              <a:gd name="connsiteY6" fmla="*/ 364423 h 364423"/>
              <a:gd name="connsiteX7" fmla="*/ 0 w 919162"/>
              <a:gd name="connsiteY7" fmla="*/ 327981 h 364423"/>
              <a:gd name="connsiteX8" fmla="*/ 0 w 919162"/>
              <a:gd name="connsiteY8" fmla="*/ 36442 h 3644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19162" h="364423">
                <a:moveTo>
                  <a:pt x="0" y="36442"/>
                </a:moveTo>
                <a:cubicBezTo>
                  <a:pt x="0" y="16316"/>
                  <a:pt x="16316" y="0"/>
                  <a:pt x="36442" y="0"/>
                </a:cubicBezTo>
                <a:lnTo>
                  <a:pt x="882720" y="0"/>
                </a:lnTo>
                <a:cubicBezTo>
                  <a:pt x="902846" y="0"/>
                  <a:pt x="919162" y="16316"/>
                  <a:pt x="919162" y="36442"/>
                </a:cubicBezTo>
                <a:lnTo>
                  <a:pt x="919162" y="327981"/>
                </a:lnTo>
                <a:cubicBezTo>
                  <a:pt x="919162" y="348107"/>
                  <a:pt x="902846" y="364423"/>
                  <a:pt x="882720" y="364423"/>
                </a:cubicBezTo>
                <a:lnTo>
                  <a:pt x="36442" y="364423"/>
                </a:lnTo>
                <a:cubicBezTo>
                  <a:pt x="16316" y="364423"/>
                  <a:pt x="0" y="348107"/>
                  <a:pt x="0" y="327981"/>
                </a:cubicBezTo>
                <a:lnTo>
                  <a:pt x="0" y="36442"/>
                </a:lnTo>
                <a:close/>
              </a:path>
            </a:pathLst>
          </a:custGeom>
          <a:solidFill>
            <a:srgbClr val="00B0F0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3534" tIns="27819" rIns="33534" bIns="27819" numCol="1" spcCol="1270" anchor="ctr" anchorCtr="0">
            <a:noAutofit/>
          </a:bodyPr>
          <a:lstStyle/>
          <a:p>
            <a:pPr lvl="0" algn="ctr" defTabSz="4000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fr-FR" sz="900" kern="1200" dirty="0"/>
              <a:t>CULTURE FRANCAISE 1</a:t>
            </a:r>
            <a:r>
              <a:rPr lang="fr-FR" sz="700" kern="1200" dirty="0"/>
              <a:t> Approche </a:t>
            </a:r>
            <a:r>
              <a:rPr lang="fr-FR" sz="700" kern="1200" dirty="0" err="1"/>
              <a:t>géogra</a:t>
            </a:r>
            <a:r>
              <a:rPr lang="fr-FR" sz="700" kern="1200" dirty="0"/>
              <a:t>-       </a:t>
            </a:r>
            <a:r>
              <a:rPr lang="fr-FR" sz="700" kern="1200" dirty="0" err="1"/>
              <a:t>phique</a:t>
            </a:r>
            <a:r>
              <a:rPr lang="fr-FR" sz="700" kern="1200" dirty="0"/>
              <a:t> +Banques </a:t>
            </a:r>
            <a:endParaRPr lang="fr-FR" sz="900" kern="1200" dirty="0"/>
          </a:p>
        </p:txBody>
      </p:sp>
      <p:sp>
        <p:nvSpPr>
          <p:cNvPr id="18" name="Forme libre : forme 55">
            <a:extLst>
              <a:ext uri="{FF2B5EF4-FFF2-40B4-BE49-F238E27FC236}">
                <a16:creationId xmlns:a16="http://schemas.microsoft.com/office/drawing/2014/main" id="{60172E73-257B-56B6-48D9-8D5CE4B8B568}"/>
              </a:ext>
            </a:extLst>
          </p:cNvPr>
          <p:cNvSpPr/>
          <p:nvPr/>
        </p:nvSpPr>
        <p:spPr>
          <a:xfrm>
            <a:off x="5506977" y="3901130"/>
            <a:ext cx="936103" cy="639243"/>
          </a:xfrm>
          <a:custGeom>
            <a:avLst/>
            <a:gdLst>
              <a:gd name="connsiteX0" fmla="*/ 0 w 919162"/>
              <a:gd name="connsiteY0" fmla="*/ 56438 h 564384"/>
              <a:gd name="connsiteX1" fmla="*/ 56438 w 919162"/>
              <a:gd name="connsiteY1" fmla="*/ 0 h 564384"/>
              <a:gd name="connsiteX2" fmla="*/ 862724 w 919162"/>
              <a:gd name="connsiteY2" fmla="*/ 0 h 564384"/>
              <a:gd name="connsiteX3" fmla="*/ 919162 w 919162"/>
              <a:gd name="connsiteY3" fmla="*/ 56438 h 564384"/>
              <a:gd name="connsiteX4" fmla="*/ 919162 w 919162"/>
              <a:gd name="connsiteY4" fmla="*/ 507946 h 564384"/>
              <a:gd name="connsiteX5" fmla="*/ 862724 w 919162"/>
              <a:gd name="connsiteY5" fmla="*/ 564384 h 564384"/>
              <a:gd name="connsiteX6" fmla="*/ 56438 w 919162"/>
              <a:gd name="connsiteY6" fmla="*/ 564384 h 564384"/>
              <a:gd name="connsiteX7" fmla="*/ 0 w 919162"/>
              <a:gd name="connsiteY7" fmla="*/ 507946 h 564384"/>
              <a:gd name="connsiteX8" fmla="*/ 0 w 919162"/>
              <a:gd name="connsiteY8" fmla="*/ 56438 h 564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19162" h="564384">
                <a:moveTo>
                  <a:pt x="0" y="56438"/>
                </a:moveTo>
                <a:cubicBezTo>
                  <a:pt x="0" y="25268"/>
                  <a:pt x="25268" y="0"/>
                  <a:pt x="56438" y="0"/>
                </a:cubicBezTo>
                <a:lnTo>
                  <a:pt x="862724" y="0"/>
                </a:lnTo>
                <a:cubicBezTo>
                  <a:pt x="893894" y="0"/>
                  <a:pt x="919162" y="25268"/>
                  <a:pt x="919162" y="56438"/>
                </a:cubicBezTo>
                <a:lnTo>
                  <a:pt x="919162" y="507946"/>
                </a:lnTo>
                <a:cubicBezTo>
                  <a:pt x="919162" y="539116"/>
                  <a:pt x="893894" y="564384"/>
                  <a:pt x="862724" y="564384"/>
                </a:cubicBezTo>
                <a:lnTo>
                  <a:pt x="56438" y="564384"/>
                </a:lnTo>
                <a:cubicBezTo>
                  <a:pt x="25268" y="564384"/>
                  <a:pt x="0" y="539116"/>
                  <a:pt x="0" y="507946"/>
                </a:cubicBezTo>
                <a:lnTo>
                  <a:pt x="0" y="56438"/>
                </a:lnTo>
                <a:close/>
              </a:path>
            </a:pathLst>
          </a:custGeom>
          <a:solidFill>
            <a:schemeClr val="accent1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850" tIns="31770" rIns="36850" bIns="31770" numCol="1" spcCol="1270" anchor="ctr" anchorCtr="0">
            <a:noAutofit/>
          </a:bodyPr>
          <a:lstStyle/>
          <a:p>
            <a:pPr marL="0" lvl="0" indent="0"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FR" sz="800" kern="1200" dirty="0"/>
              <a:t>EXERCICE FINAL NEW YORK</a:t>
            </a:r>
          </a:p>
        </p:txBody>
      </p:sp>
      <p:sp>
        <p:nvSpPr>
          <p:cNvPr id="23" name="Forme libre : forme 21">
            <a:extLst>
              <a:ext uri="{FF2B5EF4-FFF2-40B4-BE49-F238E27FC236}">
                <a16:creationId xmlns:a16="http://schemas.microsoft.com/office/drawing/2014/main" id="{C2247119-068A-483D-F560-B0C9949F6E54}"/>
              </a:ext>
            </a:extLst>
          </p:cNvPr>
          <p:cNvSpPr/>
          <p:nvPr/>
        </p:nvSpPr>
        <p:spPr>
          <a:xfrm>
            <a:off x="5526662" y="1859712"/>
            <a:ext cx="896734" cy="596104"/>
          </a:xfrm>
          <a:custGeom>
            <a:avLst/>
            <a:gdLst>
              <a:gd name="connsiteX0" fmla="*/ 0 w 919162"/>
              <a:gd name="connsiteY0" fmla="*/ 56438 h 564384"/>
              <a:gd name="connsiteX1" fmla="*/ 56438 w 919162"/>
              <a:gd name="connsiteY1" fmla="*/ 0 h 564384"/>
              <a:gd name="connsiteX2" fmla="*/ 862724 w 919162"/>
              <a:gd name="connsiteY2" fmla="*/ 0 h 564384"/>
              <a:gd name="connsiteX3" fmla="*/ 919162 w 919162"/>
              <a:gd name="connsiteY3" fmla="*/ 56438 h 564384"/>
              <a:gd name="connsiteX4" fmla="*/ 919162 w 919162"/>
              <a:gd name="connsiteY4" fmla="*/ 507946 h 564384"/>
              <a:gd name="connsiteX5" fmla="*/ 862724 w 919162"/>
              <a:gd name="connsiteY5" fmla="*/ 564384 h 564384"/>
              <a:gd name="connsiteX6" fmla="*/ 56438 w 919162"/>
              <a:gd name="connsiteY6" fmla="*/ 564384 h 564384"/>
              <a:gd name="connsiteX7" fmla="*/ 0 w 919162"/>
              <a:gd name="connsiteY7" fmla="*/ 507946 h 564384"/>
              <a:gd name="connsiteX8" fmla="*/ 0 w 919162"/>
              <a:gd name="connsiteY8" fmla="*/ 56438 h 564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19162" h="564384">
                <a:moveTo>
                  <a:pt x="0" y="56438"/>
                </a:moveTo>
                <a:cubicBezTo>
                  <a:pt x="0" y="25268"/>
                  <a:pt x="25268" y="0"/>
                  <a:pt x="56438" y="0"/>
                </a:cubicBezTo>
                <a:lnTo>
                  <a:pt x="862724" y="0"/>
                </a:lnTo>
                <a:cubicBezTo>
                  <a:pt x="893894" y="0"/>
                  <a:pt x="919162" y="25268"/>
                  <a:pt x="919162" y="56438"/>
                </a:cubicBezTo>
                <a:lnTo>
                  <a:pt x="919162" y="507946"/>
                </a:lnTo>
                <a:cubicBezTo>
                  <a:pt x="919162" y="539116"/>
                  <a:pt x="893894" y="564384"/>
                  <a:pt x="862724" y="564384"/>
                </a:cubicBezTo>
                <a:lnTo>
                  <a:pt x="56438" y="564384"/>
                </a:lnTo>
                <a:cubicBezTo>
                  <a:pt x="25268" y="564384"/>
                  <a:pt x="0" y="539116"/>
                  <a:pt x="0" y="507946"/>
                </a:cubicBezTo>
                <a:lnTo>
                  <a:pt x="0" y="56438"/>
                </a:lnTo>
                <a:close/>
              </a:path>
            </a:pathLst>
          </a:custGeom>
          <a:solidFill>
            <a:schemeClr val="accent3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4310" tIns="29865" rIns="34310" bIns="29865" numCol="1" spcCol="1270" anchor="ctr" anchorCtr="0">
            <a:noAutofit/>
          </a:bodyPr>
          <a:lstStyle/>
          <a:p>
            <a:pPr marL="0" lvl="0" indent="0"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FR" sz="700" kern="1200" dirty="0"/>
              <a:t>INSERER DES IMAGES ET MULTIMEDIA</a:t>
            </a:r>
          </a:p>
        </p:txBody>
      </p:sp>
      <p:sp>
        <p:nvSpPr>
          <p:cNvPr id="24" name="Forme libre : forme 12">
            <a:extLst>
              <a:ext uri="{FF2B5EF4-FFF2-40B4-BE49-F238E27FC236}">
                <a16:creationId xmlns:a16="http://schemas.microsoft.com/office/drawing/2014/main" id="{C0AF3FB8-9D4F-86AE-BBBF-5C9CF47553D0}"/>
              </a:ext>
            </a:extLst>
          </p:cNvPr>
          <p:cNvSpPr/>
          <p:nvPr/>
        </p:nvSpPr>
        <p:spPr>
          <a:xfrm>
            <a:off x="5513655" y="3246306"/>
            <a:ext cx="955219" cy="564384"/>
          </a:xfrm>
          <a:custGeom>
            <a:avLst/>
            <a:gdLst>
              <a:gd name="connsiteX0" fmla="*/ 0 w 919162"/>
              <a:gd name="connsiteY0" fmla="*/ 56438 h 564384"/>
              <a:gd name="connsiteX1" fmla="*/ 56438 w 919162"/>
              <a:gd name="connsiteY1" fmla="*/ 0 h 564384"/>
              <a:gd name="connsiteX2" fmla="*/ 862724 w 919162"/>
              <a:gd name="connsiteY2" fmla="*/ 0 h 564384"/>
              <a:gd name="connsiteX3" fmla="*/ 919162 w 919162"/>
              <a:gd name="connsiteY3" fmla="*/ 56438 h 564384"/>
              <a:gd name="connsiteX4" fmla="*/ 919162 w 919162"/>
              <a:gd name="connsiteY4" fmla="*/ 507946 h 564384"/>
              <a:gd name="connsiteX5" fmla="*/ 862724 w 919162"/>
              <a:gd name="connsiteY5" fmla="*/ 564384 h 564384"/>
              <a:gd name="connsiteX6" fmla="*/ 56438 w 919162"/>
              <a:gd name="connsiteY6" fmla="*/ 564384 h 564384"/>
              <a:gd name="connsiteX7" fmla="*/ 0 w 919162"/>
              <a:gd name="connsiteY7" fmla="*/ 507946 h 564384"/>
              <a:gd name="connsiteX8" fmla="*/ 0 w 919162"/>
              <a:gd name="connsiteY8" fmla="*/ 56438 h 564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19162" h="564384">
                <a:moveTo>
                  <a:pt x="0" y="56438"/>
                </a:moveTo>
                <a:cubicBezTo>
                  <a:pt x="0" y="25268"/>
                  <a:pt x="25268" y="0"/>
                  <a:pt x="56438" y="0"/>
                </a:cubicBezTo>
                <a:lnTo>
                  <a:pt x="862724" y="0"/>
                </a:lnTo>
                <a:cubicBezTo>
                  <a:pt x="893894" y="0"/>
                  <a:pt x="919162" y="25268"/>
                  <a:pt x="919162" y="56438"/>
                </a:cubicBezTo>
                <a:lnTo>
                  <a:pt x="919162" y="507946"/>
                </a:lnTo>
                <a:cubicBezTo>
                  <a:pt x="919162" y="539116"/>
                  <a:pt x="893894" y="564384"/>
                  <a:pt x="862724" y="564384"/>
                </a:cubicBezTo>
                <a:lnTo>
                  <a:pt x="56438" y="564384"/>
                </a:lnTo>
                <a:cubicBezTo>
                  <a:pt x="25268" y="564384"/>
                  <a:pt x="0" y="539116"/>
                  <a:pt x="0" y="507946"/>
                </a:cubicBezTo>
                <a:lnTo>
                  <a:pt x="0" y="56438"/>
                </a:lnTo>
                <a:close/>
              </a:path>
            </a:pathLst>
          </a:custGeom>
          <a:solidFill>
            <a:schemeClr val="accent1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850" tIns="31770" rIns="36850" bIns="31770" numCol="1" spcCol="1270" anchor="ctr" anchorCtr="0">
            <a:noAutofit/>
          </a:bodyPr>
          <a:lstStyle/>
          <a:p>
            <a:pPr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fr-FR" sz="800" dirty="0"/>
          </a:p>
          <a:p>
            <a:pPr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fr-FR" sz="800" dirty="0"/>
              <a:t>EXERCICE INSERER DES CONTENU AUDIOS ET VIDEO</a:t>
            </a:r>
          </a:p>
          <a:p>
            <a:pPr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fr-FR" sz="800" dirty="0"/>
          </a:p>
        </p:txBody>
      </p:sp>
      <p:sp>
        <p:nvSpPr>
          <p:cNvPr id="26" name="Forme libre : forme 25">
            <a:extLst>
              <a:ext uri="{FF2B5EF4-FFF2-40B4-BE49-F238E27FC236}">
                <a16:creationId xmlns:a16="http://schemas.microsoft.com/office/drawing/2014/main" id="{ABBD4913-E12A-03EE-05F8-A77AF7637444}"/>
              </a:ext>
            </a:extLst>
          </p:cNvPr>
          <p:cNvSpPr/>
          <p:nvPr/>
        </p:nvSpPr>
        <p:spPr>
          <a:xfrm>
            <a:off x="6722064" y="3982281"/>
            <a:ext cx="890943" cy="563314"/>
          </a:xfrm>
          <a:custGeom>
            <a:avLst/>
            <a:gdLst>
              <a:gd name="connsiteX0" fmla="*/ 0 w 919162"/>
              <a:gd name="connsiteY0" fmla="*/ 56438 h 564384"/>
              <a:gd name="connsiteX1" fmla="*/ 56438 w 919162"/>
              <a:gd name="connsiteY1" fmla="*/ 0 h 564384"/>
              <a:gd name="connsiteX2" fmla="*/ 862724 w 919162"/>
              <a:gd name="connsiteY2" fmla="*/ 0 h 564384"/>
              <a:gd name="connsiteX3" fmla="*/ 919162 w 919162"/>
              <a:gd name="connsiteY3" fmla="*/ 56438 h 564384"/>
              <a:gd name="connsiteX4" fmla="*/ 919162 w 919162"/>
              <a:gd name="connsiteY4" fmla="*/ 507946 h 564384"/>
              <a:gd name="connsiteX5" fmla="*/ 862724 w 919162"/>
              <a:gd name="connsiteY5" fmla="*/ 564384 h 564384"/>
              <a:gd name="connsiteX6" fmla="*/ 56438 w 919162"/>
              <a:gd name="connsiteY6" fmla="*/ 564384 h 564384"/>
              <a:gd name="connsiteX7" fmla="*/ 0 w 919162"/>
              <a:gd name="connsiteY7" fmla="*/ 507946 h 564384"/>
              <a:gd name="connsiteX8" fmla="*/ 0 w 919162"/>
              <a:gd name="connsiteY8" fmla="*/ 56438 h 564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19162" h="564384">
                <a:moveTo>
                  <a:pt x="0" y="56438"/>
                </a:moveTo>
                <a:cubicBezTo>
                  <a:pt x="0" y="25268"/>
                  <a:pt x="25268" y="0"/>
                  <a:pt x="56438" y="0"/>
                </a:cubicBezTo>
                <a:lnTo>
                  <a:pt x="862724" y="0"/>
                </a:lnTo>
                <a:cubicBezTo>
                  <a:pt x="893894" y="0"/>
                  <a:pt x="919162" y="25268"/>
                  <a:pt x="919162" y="56438"/>
                </a:cubicBezTo>
                <a:lnTo>
                  <a:pt x="919162" y="507946"/>
                </a:lnTo>
                <a:cubicBezTo>
                  <a:pt x="919162" y="539116"/>
                  <a:pt x="893894" y="564384"/>
                  <a:pt x="862724" y="564384"/>
                </a:cubicBezTo>
                <a:lnTo>
                  <a:pt x="56438" y="564384"/>
                </a:lnTo>
                <a:cubicBezTo>
                  <a:pt x="25268" y="564384"/>
                  <a:pt x="0" y="539116"/>
                  <a:pt x="0" y="507946"/>
                </a:cubicBezTo>
                <a:lnTo>
                  <a:pt x="0" y="56438"/>
                </a:lnTo>
                <a:close/>
              </a:path>
            </a:pathLst>
          </a:custGeom>
          <a:solidFill>
            <a:schemeClr val="accent1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4310" tIns="29865" rIns="34310" bIns="29865" numCol="1" spcCol="1270" anchor="ctr" anchorCtr="0"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fr-FR" sz="800" dirty="0"/>
              <a:t>EXERCICE TABLEAUX 2</a:t>
            </a:r>
          </a:p>
        </p:txBody>
      </p:sp>
      <p:sp>
        <p:nvSpPr>
          <p:cNvPr id="9" name="Forme libre : forme 8">
            <a:extLst>
              <a:ext uri="{FF2B5EF4-FFF2-40B4-BE49-F238E27FC236}">
                <a16:creationId xmlns:a16="http://schemas.microsoft.com/office/drawing/2014/main" id="{FAEDED93-F83B-B4CC-E650-667CF2D8961F}"/>
              </a:ext>
            </a:extLst>
          </p:cNvPr>
          <p:cNvSpPr/>
          <p:nvPr/>
        </p:nvSpPr>
        <p:spPr>
          <a:xfrm>
            <a:off x="4246353" y="3954932"/>
            <a:ext cx="919162" cy="564384"/>
          </a:xfrm>
          <a:custGeom>
            <a:avLst/>
            <a:gdLst>
              <a:gd name="connsiteX0" fmla="*/ 0 w 919162"/>
              <a:gd name="connsiteY0" fmla="*/ 56438 h 564384"/>
              <a:gd name="connsiteX1" fmla="*/ 56438 w 919162"/>
              <a:gd name="connsiteY1" fmla="*/ 0 h 564384"/>
              <a:gd name="connsiteX2" fmla="*/ 862724 w 919162"/>
              <a:gd name="connsiteY2" fmla="*/ 0 h 564384"/>
              <a:gd name="connsiteX3" fmla="*/ 919162 w 919162"/>
              <a:gd name="connsiteY3" fmla="*/ 56438 h 564384"/>
              <a:gd name="connsiteX4" fmla="*/ 919162 w 919162"/>
              <a:gd name="connsiteY4" fmla="*/ 507946 h 564384"/>
              <a:gd name="connsiteX5" fmla="*/ 862724 w 919162"/>
              <a:gd name="connsiteY5" fmla="*/ 564384 h 564384"/>
              <a:gd name="connsiteX6" fmla="*/ 56438 w 919162"/>
              <a:gd name="connsiteY6" fmla="*/ 564384 h 564384"/>
              <a:gd name="connsiteX7" fmla="*/ 0 w 919162"/>
              <a:gd name="connsiteY7" fmla="*/ 507946 h 564384"/>
              <a:gd name="connsiteX8" fmla="*/ 0 w 919162"/>
              <a:gd name="connsiteY8" fmla="*/ 56438 h 564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19162" h="564384">
                <a:moveTo>
                  <a:pt x="0" y="56438"/>
                </a:moveTo>
                <a:cubicBezTo>
                  <a:pt x="0" y="25268"/>
                  <a:pt x="25268" y="0"/>
                  <a:pt x="56438" y="0"/>
                </a:cubicBezTo>
                <a:lnTo>
                  <a:pt x="862724" y="0"/>
                </a:lnTo>
                <a:cubicBezTo>
                  <a:pt x="893894" y="0"/>
                  <a:pt x="919162" y="25268"/>
                  <a:pt x="919162" y="56438"/>
                </a:cubicBezTo>
                <a:lnTo>
                  <a:pt x="919162" y="507946"/>
                </a:lnTo>
                <a:cubicBezTo>
                  <a:pt x="919162" y="539116"/>
                  <a:pt x="893894" y="564384"/>
                  <a:pt x="862724" y="564384"/>
                </a:cubicBezTo>
                <a:lnTo>
                  <a:pt x="56438" y="564384"/>
                </a:lnTo>
                <a:cubicBezTo>
                  <a:pt x="25268" y="564384"/>
                  <a:pt x="0" y="539116"/>
                  <a:pt x="0" y="507946"/>
                </a:cubicBezTo>
                <a:lnTo>
                  <a:pt x="0" y="56438"/>
                </a:lnTo>
                <a:close/>
              </a:path>
            </a:pathLst>
          </a:custGeom>
          <a:solidFill>
            <a:schemeClr val="accent1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4310" tIns="29865" rIns="34310" bIns="29865" numCol="1" spcCol="1270" anchor="ctr" anchorCtr="0"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fr-FR" sz="700" dirty="0"/>
              <a:t>EXERCICE TEMPLATE 1</a:t>
            </a:r>
          </a:p>
        </p:txBody>
      </p:sp>
      <p:sp>
        <p:nvSpPr>
          <p:cNvPr id="17" name="Forme libre : forme 21">
            <a:extLst>
              <a:ext uri="{FF2B5EF4-FFF2-40B4-BE49-F238E27FC236}">
                <a16:creationId xmlns:a16="http://schemas.microsoft.com/office/drawing/2014/main" id="{4E500C12-8E40-0DF3-73DA-F440483B8906}"/>
              </a:ext>
            </a:extLst>
          </p:cNvPr>
          <p:cNvSpPr/>
          <p:nvPr/>
        </p:nvSpPr>
        <p:spPr>
          <a:xfrm>
            <a:off x="7982352" y="2590756"/>
            <a:ext cx="936103" cy="549731"/>
          </a:xfrm>
          <a:custGeom>
            <a:avLst/>
            <a:gdLst>
              <a:gd name="connsiteX0" fmla="*/ 0 w 919162"/>
              <a:gd name="connsiteY0" fmla="*/ 56438 h 564384"/>
              <a:gd name="connsiteX1" fmla="*/ 56438 w 919162"/>
              <a:gd name="connsiteY1" fmla="*/ 0 h 564384"/>
              <a:gd name="connsiteX2" fmla="*/ 862724 w 919162"/>
              <a:gd name="connsiteY2" fmla="*/ 0 h 564384"/>
              <a:gd name="connsiteX3" fmla="*/ 919162 w 919162"/>
              <a:gd name="connsiteY3" fmla="*/ 56438 h 564384"/>
              <a:gd name="connsiteX4" fmla="*/ 919162 w 919162"/>
              <a:gd name="connsiteY4" fmla="*/ 507946 h 564384"/>
              <a:gd name="connsiteX5" fmla="*/ 862724 w 919162"/>
              <a:gd name="connsiteY5" fmla="*/ 564384 h 564384"/>
              <a:gd name="connsiteX6" fmla="*/ 56438 w 919162"/>
              <a:gd name="connsiteY6" fmla="*/ 564384 h 564384"/>
              <a:gd name="connsiteX7" fmla="*/ 0 w 919162"/>
              <a:gd name="connsiteY7" fmla="*/ 507946 h 564384"/>
              <a:gd name="connsiteX8" fmla="*/ 0 w 919162"/>
              <a:gd name="connsiteY8" fmla="*/ 56438 h 564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19162" h="564384">
                <a:moveTo>
                  <a:pt x="0" y="56438"/>
                </a:moveTo>
                <a:cubicBezTo>
                  <a:pt x="0" y="25268"/>
                  <a:pt x="25268" y="0"/>
                  <a:pt x="56438" y="0"/>
                </a:cubicBezTo>
                <a:lnTo>
                  <a:pt x="862724" y="0"/>
                </a:lnTo>
                <a:cubicBezTo>
                  <a:pt x="893894" y="0"/>
                  <a:pt x="919162" y="25268"/>
                  <a:pt x="919162" y="56438"/>
                </a:cubicBezTo>
                <a:lnTo>
                  <a:pt x="919162" y="507946"/>
                </a:lnTo>
                <a:cubicBezTo>
                  <a:pt x="919162" y="539116"/>
                  <a:pt x="893894" y="564384"/>
                  <a:pt x="862724" y="564384"/>
                </a:cubicBezTo>
                <a:lnTo>
                  <a:pt x="56438" y="564384"/>
                </a:lnTo>
                <a:cubicBezTo>
                  <a:pt x="25268" y="564384"/>
                  <a:pt x="0" y="539116"/>
                  <a:pt x="0" y="507946"/>
                </a:cubicBezTo>
                <a:lnTo>
                  <a:pt x="0" y="56438"/>
                </a:lnTo>
                <a:close/>
              </a:path>
            </a:pathLst>
          </a:custGeom>
          <a:solidFill>
            <a:schemeClr val="accent3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4310" tIns="29865" rIns="34310" bIns="29865" numCol="1" spcCol="1270" anchor="ctr" anchorCtr="0">
            <a:noAutofit/>
          </a:bodyPr>
          <a:lstStyle/>
          <a:p>
            <a:pPr marL="0" lvl="0" indent="0"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FR" sz="700" kern="1200" dirty="0"/>
              <a:t>TYPOGAPHIE</a:t>
            </a:r>
          </a:p>
        </p:txBody>
      </p:sp>
      <p:sp>
        <p:nvSpPr>
          <p:cNvPr id="28" name="Forme libre : forme 11">
            <a:extLst>
              <a:ext uri="{FF2B5EF4-FFF2-40B4-BE49-F238E27FC236}">
                <a16:creationId xmlns:a16="http://schemas.microsoft.com/office/drawing/2014/main" id="{5F642DA2-0B4A-DB3E-D3BA-993B7AE0D624}"/>
              </a:ext>
            </a:extLst>
          </p:cNvPr>
          <p:cNvSpPr/>
          <p:nvPr/>
        </p:nvSpPr>
        <p:spPr>
          <a:xfrm>
            <a:off x="8016007" y="3233223"/>
            <a:ext cx="868794" cy="590550"/>
          </a:xfrm>
          <a:custGeom>
            <a:avLst/>
            <a:gdLst>
              <a:gd name="connsiteX0" fmla="*/ 0 w 919162"/>
              <a:gd name="connsiteY0" fmla="*/ 56438 h 564384"/>
              <a:gd name="connsiteX1" fmla="*/ 56438 w 919162"/>
              <a:gd name="connsiteY1" fmla="*/ 0 h 564384"/>
              <a:gd name="connsiteX2" fmla="*/ 862724 w 919162"/>
              <a:gd name="connsiteY2" fmla="*/ 0 h 564384"/>
              <a:gd name="connsiteX3" fmla="*/ 919162 w 919162"/>
              <a:gd name="connsiteY3" fmla="*/ 56438 h 564384"/>
              <a:gd name="connsiteX4" fmla="*/ 919162 w 919162"/>
              <a:gd name="connsiteY4" fmla="*/ 507946 h 564384"/>
              <a:gd name="connsiteX5" fmla="*/ 862724 w 919162"/>
              <a:gd name="connsiteY5" fmla="*/ 564384 h 564384"/>
              <a:gd name="connsiteX6" fmla="*/ 56438 w 919162"/>
              <a:gd name="connsiteY6" fmla="*/ 564384 h 564384"/>
              <a:gd name="connsiteX7" fmla="*/ 0 w 919162"/>
              <a:gd name="connsiteY7" fmla="*/ 507946 h 564384"/>
              <a:gd name="connsiteX8" fmla="*/ 0 w 919162"/>
              <a:gd name="connsiteY8" fmla="*/ 56438 h 564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19162" h="564384">
                <a:moveTo>
                  <a:pt x="0" y="56438"/>
                </a:moveTo>
                <a:cubicBezTo>
                  <a:pt x="0" y="25268"/>
                  <a:pt x="25268" y="0"/>
                  <a:pt x="56438" y="0"/>
                </a:cubicBezTo>
                <a:lnTo>
                  <a:pt x="862724" y="0"/>
                </a:lnTo>
                <a:cubicBezTo>
                  <a:pt x="893894" y="0"/>
                  <a:pt x="919162" y="25268"/>
                  <a:pt x="919162" y="56438"/>
                </a:cubicBezTo>
                <a:lnTo>
                  <a:pt x="919162" y="507946"/>
                </a:lnTo>
                <a:cubicBezTo>
                  <a:pt x="919162" y="539116"/>
                  <a:pt x="893894" y="564384"/>
                  <a:pt x="862724" y="564384"/>
                </a:cubicBezTo>
                <a:lnTo>
                  <a:pt x="56438" y="564384"/>
                </a:lnTo>
                <a:cubicBezTo>
                  <a:pt x="25268" y="564384"/>
                  <a:pt x="0" y="539116"/>
                  <a:pt x="0" y="507946"/>
                </a:cubicBezTo>
                <a:lnTo>
                  <a:pt x="0" y="56438"/>
                </a:lnTo>
                <a:close/>
              </a:path>
            </a:pathLst>
          </a:custGeom>
          <a:solidFill>
            <a:srgbClr val="92D050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4310" tIns="29865" rIns="34310" bIns="29865" numCol="1" spcCol="1270" anchor="ctr" anchorCtr="0">
            <a:noAutofit/>
          </a:bodyPr>
          <a:lstStyle/>
          <a:p>
            <a:pPr lvl="0"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fr-FR" sz="700" kern="1200" dirty="0"/>
              <a:t>PROJET HTML 5</a:t>
            </a:r>
          </a:p>
        </p:txBody>
      </p:sp>
      <p:sp>
        <p:nvSpPr>
          <p:cNvPr id="29" name="Forme libre : forme 22">
            <a:extLst>
              <a:ext uri="{FF2B5EF4-FFF2-40B4-BE49-F238E27FC236}">
                <a16:creationId xmlns:a16="http://schemas.microsoft.com/office/drawing/2014/main" id="{09DCE362-C243-84CA-F2AA-3F459CB76DD0}"/>
              </a:ext>
            </a:extLst>
          </p:cNvPr>
          <p:cNvSpPr/>
          <p:nvPr/>
        </p:nvSpPr>
        <p:spPr>
          <a:xfrm>
            <a:off x="8003768" y="3954932"/>
            <a:ext cx="895760" cy="590310"/>
          </a:xfrm>
          <a:custGeom>
            <a:avLst/>
            <a:gdLst>
              <a:gd name="connsiteX0" fmla="*/ 0 w 919162"/>
              <a:gd name="connsiteY0" fmla="*/ 56438 h 564384"/>
              <a:gd name="connsiteX1" fmla="*/ 56438 w 919162"/>
              <a:gd name="connsiteY1" fmla="*/ 0 h 564384"/>
              <a:gd name="connsiteX2" fmla="*/ 862724 w 919162"/>
              <a:gd name="connsiteY2" fmla="*/ 0 h 564384"/>
              <a:gd name="connsiteX3" fmla="*/ 919162 w 919162"/>
              <a:gd name="connsiteY3" fmla="*/ 56438 h 564384"/>
              <a:gd name="connsiteX4" fmla="*/ 919162 w 919162"/>
              <a:gd name="connsiteY4" fmla="*/ 507946 h 564384"/>
              <a:gd name="connsiteX5" fmla="*/ 862724 w 919162"/>
              <a:gd name="connsiteY5" fmla="*/ 564384 h 564384"/>
              <a:gd name="connsiteX6" fmla="*/ 56438 w 919162"/>
              <a:gd name="connsiteY6" fmla="*/ 564384 h 564384"/>
              <a:gd name="connsiteX7" fmla="*/ 0 w 919162"/>
              <a:gd name="connsiteY7" fmla="*/ 507946 h 564384"/>
              <a:gd name="connsiteX8" fmla="*/ 0 w 919162"/>
              <a:gd name="connsiteY8" fmla="*/ 56438 h 564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19162" h="564384">
                <a:moveTo>
                  <a:pt x="0" y="56438"/>
                </a:moveTo>
                <a:cubicBezTo>
                  <a:pt x="0" y="25268"/>
                  <a:pt x="25268" y="0"/>
                  <a:pt x="56438" y="0"/>
                </a:cubicBezTo>
                <a:lnTo>
                  <a:pt x="862724" y="0"/>
                </a:lnTo>
                <a:cubicBezTo>
                  <a:pt x="893894" y="0"/>
                  <a:pt x="919162" y="25268"/>
                  <a:pt x="919162" y="56438"/>
                </a:cubicBezTo>
                <a:lnTo>
                  <a:pt x="919162" y="507946"/>
                </a:lnTo>
                <a:cubicBezTo>
                  <a:pt x="919162" y="539116"/>
                  <a:pt x="893894" y="564384"/>
                  <a:pt x="862724" y="564384"/>
                </a:cubicBezTo>
                <a:lnTo>
                  <a:pt x="56438" y="564384"/>
                </a:lnTo>
                <a:cubicBezTo>
                  <a:pt x="25268" y="564384"/>
                  <a:pt x="0" y="539116"/>
                  <a:pt x="0" y="507946"/>
                </a:cubicBezTo>
                <a:lnTo>
                  <a:pt x="0" y="56438"/>
                </a:lnTo>
                <a:close/>
              </a:path>
            </a:pathLst>
          </a:custGeom>
          <a:solidFill>
            <a:srgbClr val="92D050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850" tIns="31770" rIns="36850" bIns="31770" numCol="1" spcCol="1270" anchor="ctr" anchorCtr="0">
            <a:noAutofit/>
          </a:bodyPr>
          <a:lstStyle/>
          <a:p>
            <a:pPr lvl="0"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fr-FR" sz="800" kern="1200" dirty="0"/>
              <a:t>PROJET HTML 5</a:t>
            </a:r>
          </a:p>
        </p:txBody>
      </p:sp>
      <p:sp>
        <p:nvSpPr>
          <p:cNvPr id="3" name="Forme libre : forme 2">
            <a:extLst>
              <a:ext uri="{FF2B5EF4-FFF2-40B4-BE49-F238E27FC236}">
                <a16:creationId xmlns:a16="http://schemas.microsoft.com/office/drawing/2014/main" id="{E18F1F09-387C-6652-D25C-D6FDDA234E19}"/>
              </a:ext>
            </a:extLst>
          </p:cNvPr>
          <p:cNvSpPr/>
          <p:nvPr/>
        </p:nvSpPr>
        <p:spPr>
          <a:xfrm>
            <a:off x="6707954" y="1836458"/>
            <a:ext cx="919162" cy="564384"/>
          </a:xfrm>
          <a:custGeom>
            <a:avLst/>
            <a:gdLst>
              <a:gd name="connsiteX0" fmla="*/ 0 w 919162"/>
              <a:gd name="connsiteY0" fmla="*/ 56438 h 564384"/>
              <a:gd name="connsiteX1" fmla="*/ 56438 w 919162"/>
              <a:gd name="connsiteY1" fmla="*/ 0 h 564384"/>
              <a:gd name="connsiteX2" fmla="*/ 862724 w 919162"/>
              <a:gd name="connsiteY2" fmla="*/ 0 h 564384"/>
              <a:gd name="connsiteX3" fmla="*/ 919162 w 919162"/>
              <a:gd name="connsiteY3" fmla="*/ 56438 h 564384"/>
              <a:gd name="connsiteX4" fmla="*/ 919162 w 919162"/>
              <a:gd name="connsiteY4" fmla="*/ 507946 h 564384"/>
              <a:gd name="connsiteX5" fmla="*/ 862724 w 919162"/>
              <a:gd name="connsiteY5" fmla="*/ 564384 h 564384"/>
              <a:gd name="connsiteX6" fmla="*/ 56438 w 919162"/>
              <a:gd name="connsiteY6" fmla="*/ 564384 h 564384"/>
              <a:gd name="connsiteX7" fmla="*/ 0 w 919162"/>
              <a:gd name="connsiteY7" fmla="*/ 507946 h 564384"/>
              <a:gd name="connsiteX8" fmla="*/ 0 w 919162"/>
              <a:gd name="connsiteY8" fmla="*/ 56438 h 564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19162" h="564384">
                <a:moveTo>
                  <a:pt x="0" y="56438"/>
                </a:moveTo>
                <a:cubicBezTo>
                  <a:pt x="0" y="25268"/>
                  <a:pt x="25268" y="0"/>
                  <a:pt x="56438" y="0"/>
                </a:cubicBezTo>
                <a:lnTo>
                  <a:pt x="862724" y="0"/>
                </a:lnTo>
                <a:cubicBezTo>
                  <a:pt x="893894" y="0"/>
                  <a:pt x="919162" y="25268"/>
                  <a:pt x="919162" y="56438"/>
                </a:cubicBezTo>
                <a:lnTo>
                  <a:pt x="919162" y="507946"/>
                </a:lnTo>
                <a:cubicBezTo>
                  <a:pt x="919162" y="539116"/>
                  <a:pt x="893894" y="564384"/>
                  <a:pt x="862724" y="564384"/>
                </a:cubicBezTo>
                <a:lnTo>
                  <a:pt x="56438" y="564384"/>
                </a:lnTo>
                <a:cubicBezTo>
                  <a:pt x="25268" y="564384"/>
                  <a:pt x="0" y="539116"/>
                  <a:pt x="0" y="507946"/>
                </a:cubicBezTo>
                <a:lnTo>
                  <a:pt x="0" y="56438"/>
                </a:lnTo>
                <a:close/>
              </a:path>
            </a:pathLst>
          </a:custGeom>
          <a:solidFill>
            <a:schemeClr val="accent1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4310" tIns="29865" rIns="34310" bIns="29865" numCol="1" spcCol="1270" anchor="ctr" anchorCtr="0"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fr-FR" sz="800" dirty="0"/>
              <a:t>EXERCICE FINALE NEW YORK</a:t>
            </a:r>
          </a:p>
        </p:txBody>
      </p:sp>
    </p:spTree>
    <p:extLst>
      <p:ext uri="{BB962C8B-B14F-4D97-AF65-F5344CB8AC3E}">
        <p14:creationId xmlns:p14="http://schemas.microsoft.com/office/powerpoint/2010/main" val="41365073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rme libre : forme 5">
            <a:extLst>
              <a:ext uri="{FF2B5EF4-FFF2-40B4-BE49-F238E27FC236}">
                <a16:creationId xmlns:a16="http://schemas.microsoft.com/office/drawing/2014/main" id="{7128B405-FEE9-4FD9-8219-F0C31B5AEAA1}"/>
              </a:ext>
            </a:extLst>
          </p:cNvPr>
          <p:cNvSpPr/>
          <p:nvPr/>
        </p:nvSpPr>
        <p:spPr>
          <a:xfrm>
            <a:off x="2919090" y="987574"/>
            <a:ext cx="1148953" cy="3703960"/>
          </a:xfrm>
          <a:custGeom>
            <a:avLst/>
            <a:gdLst>
              <a:gd name="connsiteX0" fmla="*/ 0 w 1148953"/>
              <a:gd name="connsiteY0" fmla="*/ 114895 h 3703960"/>
              <a:gd name="connsiteX1" fmla="*/ 114895 w 1148953"/>
              <a:gd name="connsiteY1" fmla="*/ 0 h 3703960"/>
              <a:gd name="connsiteX2" fmla="*/ 1034058 w 1148953"/>
              <a:gd name="connsiteY2" fmla="*/ 0 h 3703960"/>
              <a:gd name="connsiteX3" fmla="*/ 1148953 w 1148953"/>
              <a:gd name="connsiteY3" fmla="*/ 114895 h 3703960"/>
              <a:gd name="connsiteX4" fmla="*/ 1148953 w 1148953"/>
              <a:gd name="connsiteY4" fmla="*/ 3589065 h 3703960"/>
              <a:gd name="connsiteX5" fmla="*/ 1034058 w 1148953"/>
              <a:gd name="connsiteY5" fmla="*/ 3703960 h 3703960"/>
              <a:gd name="connsiteX6" fmla="*/ 114895 w 1148953"/>
              <a:gd name="connsiteY6" fmla="*/ 3703960 h 3703960"/>
              <a:gd name="connsiteX7" fmla="*/ 0 w 1148953"/>
              <a:gd name="connsiteY7" fmla="*/ 3589065 h 3703960"/>
              <a:gd name="connsiteX8" fmla="*/ 0 w 1148953"/>
              <a:gd name="connsiteY8" fmla="*/ 114895 h 3703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48953" h="3703960">
                <a:moveTo>
                  <a:pt x="0" y="114895"/>
                </a:moveTo>
                <a:cubicBezTo>
                  <a:pt x="0" y="51440"/>
                  <a:pt x="51440" y="0"/>
                  <a:pt x="114895" y="0"/>
                </a:cubicBezTo>
                <a:lnTo>
                  <a:pt x="1034058" y="0"/>
                </a:lnTo>
                <a:cubicBezTo>
                  <a:pt x="1097513" y="0"/>
                  <a:pt x="1148953" y="51440"/>
                  <a:pt x="1148953" y="114895"/>
                </a:cubicBezTo>
                <a:lnTo>
                  <a:pt x="1148953" y="3589065"/>
                </a:lnTo>
                <a:cubicBezTo>
                  <a:pt x="1148953" y="3652520"/>
                  <a:pt x="1097513" y="3703960"/>
                  <a:pt x="1034058" y="3703960"/>
                </a:cubicBezTo>
                <a:lnTo>
                  <a:pt x="114895" y="3703960"/>
                </a:lnTo>
                <a:cubicBezTo>
                  <a:pt x="51440" y="3703960"/>
                  <a:pt x="0" y="3652520"/>
                  <a:pt x="0" y="3589065"/>
                </a:cubicBezTo>
                <a:lnTo>
                  <a:pt x="0" y="114895"/>
                </a:lnTo>
                <a:close/>
              </a:path>
            </a:pathLst>
          </a:custGeom>
          <a:solidFill>
            <a:schemeClr val="bg2"/>
          </a:solidFill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0010" tIns="80010" rIns="80010" bIns="2672782" numCol="1" spcCol="1270" anchor="ctr" anchorCtr="0">
            <a:noAutofit/>
          </a:bodyPr>
          <a:lstStyle/>
          <a:p>
            <a:pPr marL="0" lvl="0" indent="0" algn="ctr" defTabSz="9334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FR" sz="2100" kern="1200" dirty="0"/>
              <a:t>Lundi</a:t>
            </a:r>
          </a:p>
        </p:txBody>
      </p:sp>
      <p:sp>
        <p:nvSpPr>
          <p:cNvPr id="11" name="Forme libre : forme 10">
            <a:extLst>
              <a:ext uri="{FF2B5EF4-FFF2-40B4-BE49-F238E27FC236}">
                <a16:creationId xmlns:a16="http://schemas.microsoft.com/office/drawing/2014/main" id="{79306FB8-02B7-49B1-AE1A-04D54BA01363}"/>
              </a:ext>
            </a:extLst>
          </p:cNvPr>
          <p:cNvSpPr/>
          <p:nvPr/>
        </p:nvSpPr>
        <p:spPr>
          <a:xfrm>
            <a:off x="4126246" y="987574"/>
            <a:ext cx="1148953" cy="3703960"/>
          </a:xfrm>
          <a:custGeom>
            <a:avLst/>
            <a:gdLst>
              <a:gd name="connsiteX0" fmla="*/ 0 w 1148953"/>
              <a:gd name="connsiteY0" fmla="*/ 114895 h 3703960"/>
              <a:gd name="connsiteX1" fmla="*/ 114895 w 1148953"/>
              <a:gd name="connsiteY1" fmla="*/ 0 h 3703960"/>
              <a:gd name="connsiteX2" fmla="*/ 1034058 w 1148953"/>
              <a:gd name="connsiteY2" fmla="*/ 0 h 3703960"/>
              <a:gd name="connsiteX3" fmla="*/ 1148953 w 1148953"/>
              <a:gd name="connsiteY3" fmla="*/ 114895 h 3703960"/>
              <a:gd name="connsiteX4" fmla="*/ 1148953 w 1148953"/>
              <a:gd name="connsiteY4" fmla="*/ 3589065 h 3703960"/>
              <a:gd name="connsiteX5" fmla="*/ 1034058 w 1148953"/>
              <a:gd name="connsiteY5" fmla="*/ 3703960 h 3703960"/>
              <a:gd name="connsiteX6" fmla="*/ 114895 w 1148953"/>
              <a:gd name="connsiteY6" fmla="*/ 3703960 h 3703960"/>
              <a:gd name="connsiteX7" fmla="*/ 0 w 1148953"/>
              <a:gd name="connsiteY7" fmla="*/ 3589065 h 3703960"/>
              <a:gd name="connsiteX8" fmla="*/ 0 w 1148953"/>
              <a:gd name="connsiteY8" fmla="*/ 114895 h 3703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48953" h="3703960">
                <a:moveTo>
                  <a:pt x="0" y="114895"/>
                </a:moveTo>
                <a:cubicBezTo>
                  <a:pt x="0" y="51440"/>
                  <a:pt x="51440" y="0"/>
                  <a:pt x="114895" y="0"/>
                </a:cubicBezTo>
                <a:lnTo>
                  <a:pt x="1034058" y="0"/>
                </a:lnTo>
                <a:cubicBezTo>
                  <a:pt x="1097513" y="0"/>
                  <a:pt x="1148953" y="51440"/>
                  <a:pt x="1148953" y="114895"/>
                </a:cubicBezTo>
                <a:lnTo>
                  <a:pt x="1148953" y="3589065"/>
                </a:lnTo>
                <a:cubicBezTo>
                  <a:pt x="1148953" y="3652520"/>
                  <a:pt x="1097513" y="3703960"/>
                  <a:pt x="1034058" y="3703960"/>
                </a:cubicBezTo>
                <a:lnTo>
                  <a:pt x="114895" y="3703960"/>
                </a:lnTo>
                <a:cubicBezTo>
                  <a:pt x="51440" y="3703960"/>
                  <a:pt x="0" y="3652520"/>
                  <a:pt x="0" y="3589065"/>
                </a:cubicBezTo>
                <a:lnTo>
                  <a:pt x="0" y="114895"/>
                </a:lnTo>
                <a:close/>
              </a:path>
            </a:pathLst>
          </a:custGeom>
          <a:solidFill>
            <a:schemeClr val="bg2"/>
          </a:solidFill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0010" tIns="80010" rIns="80010" bIns="2672782" numCol="1" spcCol="1270" anchor="ctr" anchorCtr="0">
            <a:noAutofit/>
          </a:bodyPr>
          <a:lstStyle/>
          <a:p>
            <a:pPr marL="0" lvl="0" indent="0" algn="ctr" defTabSz="9334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FR" sz="2100" kern="1200"/>
              <a:t>Mardi</a:t>
            </a:r>
            <a:endParaRPr lang="fr-FR" sz="2100" kern="1200" dirty="0"/>
          </a:p>
        </p:txBody>
      </p:sp>
      <p:sp>
        <p:nvSpPr>
          <p:cNvPr id="16" name="Forme libre : forme 15">
            <a:extLst>
              <a:ext uri="{FF2B5EF4-FFF2-40B4-BE49-F238E27FC236}">
                <a16:creationId xmlns:a16="http://schemas.microsoft.com/office/drawing/2014/main" id="{373CEED2-09B1-4015-84B9-1EE9A12CD268}"/>
              </a:ext>
            </a:extLst>
          </p:cNvPr>
          <p:cNvSpPr/>
          <p:nvPr/>
        </p:nvSpPr>
        <p:spPr>
          <a:xfrm>
            <a:off x="5389339" y="987574"/>
            <a:ext cx="1148953" cy="3703960"/>
          </a:xfrm>
          <a:custGeom>
            <a:avLst/>
            <a:gdLst>
              <a:gd name="connsiteX0" fmla="*/ 0 w 1148953"/>
              <a:gd name="connsiteY0" fmla="*/ 114895 h 3703960"/>
              <a:gd name="connsiteX1" fmla="*/ 114895 w 1148953"/>
              <a:gd name="connsiteY1" fmla="*/ 0 h 3703960"/>
              <a:gd name="connsiteX2" fmla="*/ 1034058 w 1148953"/>
              <a:gd name="connsiteY2" fmla="*/ 0 h 3703960"/>
              <a:gd name="connsiteX3" fmla="*/ 1148953 w 1148953"/>
              <a:gd name="connsiteY3" fmla="*/ 114895 h 3703960"/>
              <a:gd name="connsiteX4" fmla="*/ 1148953 w 1148953"/>
              <a:gd name="connsiteY4" fmla="*/ 3589065 h 3703960"/>
              <a:gd name="connsiteX5" fmla="*/ 1034058 w 1148953"/>
              <a:gd name="connsiteY5" fmla="*/ 3703960 h 3703960"/>
              <a:gd name="connsiteX6" fmla="*/ 114895 w 1148953"/>
              <a:gd name="connsiteY6" fmla="*/ 3703960 h 3703960"/>
              <a:gd name="connsiteX7" fmla="*/ 0 w 1148953"/>
              <a:gd name="connsiteY7" fmla="*/ 3589065 h 3703960"/>
              <a:gd name="connsiteX8" fmla="*/ 0 w 1148953"/>
              <a:gd name="connsiteY8" fmla="*/ 114895 h 3703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48953" h="3703960">
                <a:moveTo>
                  <a:pt x="0" y="114895"/>
                </a:moveTo>
                <a:cubicBezTo>
                  <a:pt x="0" y="51440"/>
                  <a:pt x="51440" y="0"/>
                  <a:pt x="114895" y="0"/>
                </a:cubicBezTo>
                <a:lnTo>
                  <a:pt x="1034058" y="0"/>
                </a:lnTo>
                <a:cubicBezTo>
                  <a:pt x="1097513" y="0"/>
                  <a:pt x="1148953" y="51440"/>
                  <a:pt x="1148953" y="114895"/>
                </a:cubicBezTo>
                <a:lnTo>
                  <a:pt x="1148953" y="3589065"/>
                </a:lnTo>
                <a:cubicBezTo>
                  <a:pt x="1148953" y="3652520"/>
                  <a:pt x="1097513" y="3703960"/>
                  <a:pt x="1034058" y="3703960"/>
                </a:cubicBezTo>
                <a:lnTo>
                  <a:pt x="114895" y="3703960"/>
                </a:lnTo>
                <a:cubicBezTo>
                  <a:pt x="51440" y="3703960"/>
                  <a:pt x="0" y="3652520"/>
                  <a:pt x="0" y="3589065"/>
                </a:cubicBezTo>
                <a:lnTo>
                  <a:pt x="0" y="114895"/>
                </a:lnTo>
                <a:close/>
              </a:path>
            </a:pathLst>
          </a:custGeom>
          <a:solidFill>
            <a:schemeClr val="bg2"/>
          </a:solidFill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0010" tIns="80010" rIns="80010" bIns="2672782" numCol="1" spcCol="1270" anchor="ctr" anchorCtr="0">
            <a:noAutofit/>
          </a:bodyPr>
          <a:lstStyle/>
          <a:p>
            <a:pPr marL="0" lvl="0" indent="0" algn="ctr" defTabSz="9334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FR" sz="2000" kern="1200" dirty="0"/>
              <a:t>Mercredi</a:t>
            </a:r>
          </a:p>
        </p:txBody>
      </p:sp>
      <p:sp>
        <p:nvSpPr>
          <p:cNvPr id="21" name="Forme libre : forme 20">
            <a:extLst>
              <a:ext uri="{FF2B5EF4-FFF2-40B4-BE49-F238E27FC236}">
                <a16:creationId xmlns:a16="http://schemas.microsoft.com/office/drawing/2014/main" id="{18774B02-5E8C-40B5-8D60-30C05E2FAC06}"/>
              </a:ext>
            </a:extLst>
          </p:cNvPr>
          <p:cNvSpPr/>
          <p:nvPr/>
        </p:nvSpPr>
        <p:spPr>
          <a:xfrm>
            <a:off x="6645564" y="989423"/>
            <a:ext cx="1148953" cy="3703960"/>
          </a:xfrm>
          <a:custGeom>
            <a:avLst/>
            <a:gdLst>
              <a:gd name="connsiteX0" fmla="*/ 0 w 1148953"/>
              <a:gd name="connsiteY0" fmla="*/ 114895 h 3703960"/>
              <a:gd name="connsiteX1" fmla="*/ 114895 w 1148953"/>
              <a:gd name="connsiteY1" fmla="*/ 0 h 3703960"/>
              <a:gd name="connsiteX2" fmla="*/ 1034058 w 1148953"/>
              <a:gd name="connsiteY2" fmla="*/ 0 h 3703960"/>
              <a:gd name="connsiteX3" fmla="*/ 1148953 w 1148953"/>
              <a:gd name="connsiteY3" fmla="*/ 114895 h 3703960"/>
              <a:gd name="connsiteX4" fmla="*/ 1148953 w 1148953"/>
              <a:gd name="connsiteY4" fmla="*/ 3589065 h 3703960"/>
              <a:gd name="connsiteX5" fmla="*/ 1034058 w 1148953"/>
              <a:gd name="connsiteY5" fmla="*/ 3703960 h 3703960"/>
              <a:gd name="connsiteX6" fmla="*/ 114895 w 1148953"/>
              <a:gd name="connsiteY6" fmla="*/ 3703960 h 3703960"/>
              <a:gd name="connsiteX7" fmla="*/ 0 w 1148953"/>
              <a:gd name="connsiteY7" fmla="*/ 3589065 h 3703960"/>
              <a:gd name="connsiteX8" fmla="*/ 0 w 1148953"/>
              <a:gd name="connsiteY8" fmla="*/ 114895 h 3703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48953" h="3703960">
                <a:moveTo>
                  <a:pt x="0" y="114895"/>
                </a:moveTo>
                <a:cubicBezTo>
                  <a:pt x="0" y="51440"/>
                  <a:pt x="51440" y="0"/>
                  <a:pt x="114895" y="0"/>
                </a:cubicBezTo>
                <a:lnTo>
                  <a:pt x="1034058" y="0"/>
                </a:lnTo>
                <a:cubicBezTo>
                  <a:pt x="1097513" y="0"/>
                  <a:pt x="1148953" y="51440"/>
                  <a:pt x="1148953" y="114895"/>
                </a:cubicBezTo>
                <a:lnTo>
                  <a:pt x="1148953" y="3589065"/>
                </a:lnTo>
                <a:cubicBezTo>
                  <a:pt x="1148953" y="3652520"/>
                  <a:pt x="1097513" y="3703960"/>
                  <a:pt x="1034058" y="3703960"/>
                </a:cubicBezTo>
                <a:lnTo>
                  <a:pt x="114895" y="3703960"/>
                </a:lnTo>
                <a:cubicBezTo>
                  <a:pt x="51440" y="3703960"/>
                  <a:pt x="0" y="3652520"/>
                  <a:pt x="0" y="3589065"/>
                </a:cubicBezTo>
                <a:lnTo>
                  <a:pt x="0" y="114895"/>
                </a:lnTo>
                <a:close/>
              </a:path>
            </a:pathLst>
          </a:custGeom>
          <a:solidFill>
            <a:schemeClr val="bg2"/>
          </a:solidFill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0010" tIns="80010" rIns="80010" bIns="2672782" numCol="1" spcCol="1270" anchor="ctr" anchorCtr="0">
            <a:noAutofit/>
          </a:bodyPr>
          <a:lstStyle/>
          <a:p>
            <a:pPr marL="0" lvl="0" indent="0" algn="ctr" defTabSz="9334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FR" sz="2100" kern="1200" dirty="0"/>
              <a:t>Jeudi</a:t>
            </a:r>
          </a:p>
        </p:txBody>
      </p:sp>
      <p:sp>
        <p:nvSpPr>
          <p:cNvPr id="26" name="Forme libre : forme 25">
            <a:extLst>
              <a:ext uri="{FF2B5EF4-FFF2-40B4-BE49-F238E27FC236}">
                <a16:creationId xmlns:a16="http://schemas.microsoft.com/office/drawing/2014/main" id="{00F4CF77-0471-4498-BF05-B600F8F07C16}"/>
              </a:ext>
            </a:extLst>
          </p:cNvPr>
          <p:cNvSpPr/>
          <p:nvPr/>
        </p:nvSpPr>
        <p:spPr>
          <a:xfrm>
            <a:off x="7854230" y="987574"/>
            <a:ext cx="1148953" cy="3703960"/>
          </a:xfrm>
          <a:custGeom>
            <a:avLst/>
            <a:gdLst>
              <a:gd name="connsiteX0" fmla="*/ 0 w 1148953"/>
              <a:gd name="connsiteY0" fmla="*/ 114895 h 3703960"/>
              <a:gd name="connsiteX1" fmla="*/ 114895 w 1148953"/>
              <a:gd name="connsiteY1" fmla="*/ 0 h 3703960"/>
              <a:gd name="connsiteX2" fmla="*/ 1034058 w 1148953"/>
              <a:gd name="connsiteY2" fmla="*/ 0 h 3703960"/>
              <a:gd name="connsiteX3" fmla="*/ 1148953 w 1148953"/>
              <a:gd name="connsiteY3" fmla="*/ 114895 h 3703960"/>
              <a:gd name="connsiteX4" fmla="*/ 1148953 w 1148953"/>
              <a:gd name="connsiteY4" fmla="*/ 3589065 h 3703960"/>
              <a:gd name="connsiteX5" fmla="*/ 1034058 w 1148953"/>
              <a:gd name="connsiteY5" fmla="*/ 3703960 h 3703960"/>
              <a:gd name="connsiteX6" fmla="*/ 114895 w 1148953"/>
              <a:gd name="connsiteY6" fmla="*/ 3703960 h 3703960"/>
              <a:gd name="connsiteX7" fmla="*/ 0 w 1148953"/>
              <a:gd name="connsiteY7" fmla="*/ 3589065 h 3703960"/>
              <a:gd name="connsiteX8" fmla="*/ 0 w 1148953"/>
              <a:gd name="connsiteY8" fmla="*/ 114895 h 3703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48953" h="3703960">
                <a:moveTo>
                  <a:pt x="0" y="114895"/>
                </a:moveTo>
                <a:cubicBezTo>
                  <a:pt x="0" y="51440"/>
                  <a:pt x="51440" y="0"/>
                  <a:pt x="114895" y="0"/>
                </a:cubicBezTo>
                <a:lnTo>
                  <a:pt x="1034058" y="0"/>
                </a:lnTo>
                <a:cubicBezTo>
                  <a:pt x="1097513" y="0"/>
                  <a:pt x="1148953" y="51440"/>
                  <a:pt x="1148953" y="114895"/>
                </a:cubicBezTo>
                <a:lnTo>
                  <a:pt x="1148953" y="3589065"/>
                </a:lnTo>
                <a:cubicBezTo>
                  <a:pt x="1148953" y="3652520"/>
                  <a:pt x="1097513" y="3703960"/>
                  <a:pt x="1034058" y="3703960"/>
                </a:cubicBezTo>
                <a:lnTo>
                  <a:pt x="114895" y="3703960"/>
                </a:lnTo>
                <a:cubicBezTo>
                  <a:pt x="51440" y="3703960"/>
                  <a:pt x="0" y="3652520"/>
                  <a:pt x="0" y="3589065"/>
                </a:cubicBezTo>
                <a:lnTo>
                  <a:pt x="0" y="114895"/>
                </a:lnTo>
                <a:close/>
              </a:path>
            </a:pathLst>
          </a:custGeom>
          <a:solidFill>
            <a:schemeClr val="bg2"/>
          </a:solidFill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0010" tIns="80010" rIns="80010" bIns="2672782" numCol="1" spcCol="1270" anchor="ctr" anchorCtr="0">
            <a:noAutofit/>
          </a:bodyPr>
          <a:lstStyle/>
          <a:p>
            <a:pPr marL="0" lvl="0" indent="0" algn="ctr" defTabSz="9334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FR" sz="2100" kern="1200" dirty="0"/>
              <a:t>Vendredi</a:t>
            </a:r>
          </a:p>
        </p:txBody>
      </p:sp>
      <p:sp>
        <p:nvSpPr>
          <p:cNvPr id="4" name="ZoneTexte 3"/>
          <p:cNvSpPr txBox="1"/>
          <p:nvPr/>
        </p:nvSpPr>
        <p:spPr>
          <a:xfrm>
            <a:off x="2915816" y="339502"/>
            <a:ext cx="6048672" cy="510778"/>
          </a:xfrm>
          <a:prstGeom prst="round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2400" b="1" i="1" dirty="0">
                <a:solidFill>
                  <a:schemeClr val="bg1"/>
                </a:solidFill>
              </a:rPr>
              <a:t>Semaine 2</a:t>
            </a:r>
          </a:p>
        </p:txBody>
      </p:sp>
      <p:sp>
        <p:nvSpPr>
          <p:cNvPr id="3" name="Forme libre : forme 2">
            <a:extLst>
              <a:ext uri="{FF2B5EF4-FFF2-40B4-BE49-F238E27FC236}">
                <a16:creationId xmlns:a16="http://schemas.microsoft.com/office/drawing/2014/main" id="{69DA3231-8D3F-615E-0B99-E8EC305B1D3E}"/>
              </a:ext>
            </a:extLst>
          </p:cNvPr>
          <p:cNvSpPr/>
          <p:nvPr/>
        </p:nvSpPr>
        <p:spPr>
          <a:xfrm>
            <a:off x="4244194" y="3168806"/>
            <a:ext cx="911542" cy="563154"/>
          </a:xfrm>
          <a:custGeom>
            <a:avLst/>
            <a:gdLst>
              <a:gd name="connsiteX0" fmla="*/ 0 w 919162"/>
              <a:gd name="connsiteY0" fmla="*/ 56438 h 564384"/>
              <a:gd name="connsiteX1" fmla="*/ 56438 w 919162"/>
              <a:gd name="connsiteY1" fmla="*/ 0 h 564384"/>
              <a:gd name="connsiteX2" fmla="*/ 862724 w 919162"/>
              <a:gd name="connsiteY2" fmla="*/ 0 h 564384"/>
              <a:gd name="connsiteX3" fmla="*/ 919162 w 919162"/>
              <a:gd name="connsiteY3" fmla="*/ 56438 h 564384"/>
              <a:gd name="connsiteX4" fmla="*/ 919162 w 919162"/>
              <a:gd name="connsiteY4" fmla="*/ 507946 h 564384"/>
              <a:gd name="connsiteX5" fmla="*/ 862724 w 919162"/>
              <a:gd name="connsiteY5" fmla="*/ 564384 h 564384"/>
              <a:gd name="connsiteX6" fmla="*/ 56438 w 919162"/>
              <a:gd name="connsiteY6" fmla="*/ 564384 h 564384"/>
              <a:gd name="connsiteX7" fmla="*/ 0 w 919162"/>
              <a:gd name="connsiteY7" fmla="*/ 507946 h 564384"/>
              <a:gd name="connsiteX8" fmla="*/ 0 w 919162"/>
              <a:gd name="connsiteY8" fmla="*/ 56438 h 564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19162" h="564384">
                <a:moveTo>
                  <a:pt x="0" y="56438"/>
                </a:moveTo>
                <a:cubicBezTo>
                  <a:pt x="0" y="25268"/>
                  <a:pt x="25268" y="0"/>
                  <a:pt x="56438" y="0"/>
                </a:cubicBezTo>
                <a:lnTo>
                  <a:pt x="862724" y="0"/>
                </a:lnTo>
                <a:cubicBezTo>
                  <a:pt x="893894" y="0"/>
                  <a:pt x="919162" y="25268"/>
                  <a:pt x="919162" y="56438"/>
                </a:cubicBezTo>
                <a:lnTo>
                  <a:pt x="919162" y="507946"/>
                </a:lnTo>
                <a:cubicBezTo>
                  <a:pt x="919162" y="539116"/>
                  <a:pt x="893894" y="564384"/>
                  <a:pt x="862724" y="564384"/>
                </a:cubicBezTo>
                <a:lnTo>
                  <a:pt x="56438" y="564384"/>
                </a:lnTo>
                <a:cubicBezTo>
                  <a:pt x="25268" y="564384"/>
                  <a:pt x="0" y="539116"/>
                  <a:pt x="0" y="507946"/>
                </a:cubicBezTo>
                <a:lnTo>
                  <a:pt x="0" y="56438"/>
                </a:lnTo>
                <a:close/>
              </a:path>
            </a:pathLst>
          </a:custGeom>
          <a:solidFill>
            <a:schemeClr val="accent1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850" tIns="31770" rIns="36850" bIns="31770" numCol="1" spcCol="1270" anchor="ctr" anchorCtr="0">
            <a:noAutofit/>
          </a:bodyPr>
          <a:lstStyle/>
          <a:p>
            <a:pPr marL="0" marR="0" lvl="0" indent="0" algn="ctr" defTabSz="3556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EXERCICE ILA  YOGA</a:t>
            </a:r>
          </a:p>
        </p:txBody>
      </p:sp>
      <p:sp>
        <p:nvSpPr>
          <p:cNvPr id="7" name="Forme libre : forme 6">
            <a:extLst>
              <a:ext uri="{FF2B5EF4-FFF2-40B4-BE49-F238E27FC236}">
                <a16:creationId xmlns:a16="http://schemas.microsoft.com/office/drawing/2014/main" id="{D83260AE-3085-F412-7B30-A62CF2F75BBA}"/>
              </a:ext>
            </a:extLst>
          </p:cNvPr>
          <p:cNvSpPr/>
          <p:nvPr/>
        </p:nvSpPr>
        <p:spPr>
          <a:xfrm>
            <a:off x="4222623" y="3944463"/>
            <a:ext cx="919162" cy="564384"/>
          </a:xfrm>
          <a:custGeom>
            <a:avLst/>
            <a:gdLst>
              <a:gd name="connsiteX0" fmla="*/ 0 w 919162"/>
              <a:gd name="connsiteY0" fmla="*/ 56438 h 564384"/>
              <a:gd name="connsiteX1" fmla="*/ 56438 w 919162"/>
              <a:gd name="connsiteY1" fmla="*/ 0 h 564384"/>
              <a:gd name="connsiteX2" fmla="*/ 862724 w 919162"/>
              <a:gd name="connsiteY2" fmla="*/ 0 h 564384"/>
              <a:gd name="connsiteX3" fmla="*/ 919162 w 919162"/>
              <a:gd name="connsiteY3" fmla="*/ 56438 h 564384"/>
              <a:gd name="connsiteX4" fmla="*/ 919162 w 919162"/>
              <a:gd name="connsiteY4" fmla="*/ 507946 h 564384"/>
              <a:gd name="connsiteX5" fmla="*/ 862724 w 919162"/>
              <a:gd name="connsiteY5" fmla="*/ 564384 h 564384"/>
              <a:gd name="connsiteX6" fmla="*/ 56438 w 919162"/>
              <a:gd name="connsiteY6" fmla="*/ 564384 h 564384"/>
              <a:gd name="connsiteX7" fmla="*/ 0 w 919162"/>
              <a:gd name="connsiteY7" fmla="*/ 507946 h 564384"/>
              <a:gd name="connsiteX8" fmla="*/ 0 w 919162"/>
              <a:gd name="connsiteY8" fmla="*/ 56438 h 564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19162" h="564384">
                <a:moveTo>
                  <a:pt x="0" y="56438"/>
                </a:moveTo>
                <a:cubicBezTo>
                  <a:pt x="0" y="25268"/>
                  <a:pt x="25268" y="0"/>
                  <a:pt x="56438" y="0"/>
                </a:cubicBezTo>
                <a:lnTo>
                  <a:pt x="862724" y="0"/>
                </a:lnTo>
                <a:cubicBezTo>
                  <a:pt x="893894" y="0"/>
                  <a:pt x="919162" y="25268"/>
                  <a:pt x="919162" y="56438"/>
                </a:cubicBezTo>
                <a:lnTo>
                  <a:pt x="919162" y="507946"/>
                </a:lnTo>
                <a:cubicBezTo>
                  <a:pt x="919162" y="539116"/>
                  <a:pt x="893894" y="564384"/>
                  <a:pt x="862724" y="564384"/>
                </a:cubicBezTo>
                <a:lnTo>
                  <a:pt x="56438" y="564384"/>
                </a:lnTo>
                <a:cubicBezTo>
                  <a:pt x="25268" y="564384"/>
                  <a:pt x="0" y="539116"/>
                  <a:pt x="0" y="507946"/>
                </a:cubicBezTo>
                <a:lnTo>
                  <a:pt x="0" y="56438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850" tIns="31770" rIns="36850" bIns="31770" numCol="1" spcCol="1270" anchor="ctr" anchorCtr="0">
            <a:noAutofit/>
          </a:bodyPr>
          <a:lstStyle/>
          <a:p>
            <a:pPr marL="0" marR="0" lvl="0" indent="0" algn="ctr" defTabSz="3556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EXERCICE ILA  YOGA</a:t>
            </a:r>
          </a:p>
        </p:txBody>
      </p:sp>
      <p:sp>
        <p:nvSpPr>
          <p:cNvPr id="9" name="Forme libre : forme 8">
            <a:extLst>
              <a:ext uri="{FF2B5EF4-FFF2-40B4-BE49-F238E27FC236}">
                <a16:creationId xmlns:a16="http://schemas.microsoft.com/office/drawing/2014/main" id="{5D493B65-3D21-23B6-0F0B-DBB38DC0D4FE}"/>
              </a:ext>
            </a:extLst>
          </p:cNvPr>
          <p:cNvSpPr/>
          <p:nvPr/>
        </p:nvSpPr>
        <p:spPr>
          <a:xfrm>
            <a:off x="3030164" y="3944463"/>
            <a:ext cx="919162" cy="564384"/>
          </a:xfrm>
          <a:custGeom>
            <a:avLst/>
            <a:gdLst>
              <a:gd name="connsiteX0" fmla="*/ 0 w 919162"/>
              <a:gd name="connsiteY0" fmla="*/ 56438 h 564384"/>
              <a:gd name="connsiteX1" fmla="*/ 56438 w 919162"/>
              <a:gd name="connsiteY1" fmla="*/ 0 h 564384"/>
              <a:gd name="connsiteX2" fmla="*/ 862724 w 919162"/>
              <a:gd name="connsiteY2" fmla="*/ 0 h 564384"/>
              <a:gd name="connsiteX3" fmla="*/ 919162 w 919162"/>
              <a:gd name="connsiteY3" fmla="*/ 56438 h 564384"/>
              <a:gd name="connsiteX4" fmla="*/ 919162 w 919162"/>
              <a:gd name="connsiteY4" fmla="*/ 507946 h 564384"/>
              <a:gd name="connsiteX5" fmla="*/ 862724 w 919162"/>
              <a:gd name="connsiteY5" fmla="*/ 564384 h 564384"/>
              <a:gd name="connsiteX6" fmla="*/ 56438 w 919162"/>
              <a:gd name="connsiteY6" fmla="*/ 564384 h 564384"/>
              <a:gd name="connsiteX7" fmla="*/ 0 w 919162"/>
              <a:gd name="connsiteY7" fmla="*/ 507946 h 564384"/>
              <a:gd name="connsiteX8" fmla="*/ 0 w 919162"/>
              <a:gd name="connsiteY8" fmla="*/ 56438 h 564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19162" h="564384">
                <a:moveTo>
                  <a:pt x="0" y="56438"/>
                </a:moveTo>
                <a:cubicBezTo>
                  <a:pt x="0" y="25268"/>
                  <a:pt x="25268" y="0"/>
                  <a:pt x="56438" y="0"/>
                </a:cubicBezTo>
                <a:lnTo>
                  <a:pt x="862724" y="0"/>
                </a:lnTo>
                <a:cubicBezTo>
                  <a:pt x="893894" y="0"/>
                  <a:pt x="919162" y="25268"/>
                  <a:pt x="919162" y="56438"/>
                </a:cubicBezTo>
                <a:lnTo>
                  <a:pt x="919162" y="507946"/>
                </a:lnTo>
                <a:cubicBezTo>
                  <a:pt x="919162" y="539116"/>
                  <a:pt x="893894" y="564384"/>
                  <a:pt x="862724" y="564384"/>
                </a:cubicBezTo>
                <a:lnTo>
                  <a:pt x="56438" y="564384"/>
                </a:lnTo>
                <a:cubicBezTo>
                  <a:pt x="25268" y="564384"/>
                  <a:pt x="0" y="539116"/>
                  <a:pt x="0" y="507946"/>
                </a:cubicBezTo>
                <a:lnTo>
                  <a:pt x="0" y="56438"/>
                </a:lnTo>
                <a:close/>
              </a:path>
            </a:pathLst>
          </a:custGeom>
          <a:solidFill>
            <a:schemeClr val="accent1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850" tIns="31770" rIns="36850" bIns="31770" numCol="1" spcCol="1270" anchor="ctr" anchorCtr="0">
            <a:noAutofit/>
          </a:bodyPr>
          <a:lstStyle/>
          <a:p>
            <a:pPr marL="0" marR="0" lvl="0" indent="0" algn="ctr" defTabSz="3556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EXERCICE AGENCEZ VOS PAGES</a:t>
            </a:r>
          </a:p>
        </p:txBody>
      </p:sp>
      <p:sp>
        <p:nvSpPr>
          <p:cNvPr id="13" name="Forme libre : forme 12">
            <a:extLst>
              <a:ext uri="{FF2B5EF4-FFF2-40B4-BE49-F238E27FC236}">
                <a16:creationId xmlns:a16="http://schemas.microsoft.com/office/drawing/2014/main" id="{8F30C804-121C-6E21-40CF-6196A0E82DDD}"/>
              </a:ext>
            </a:extLst>
          </p:cNvPr>
          <p:cNvSpPr/>
          <p:nvPr/>
        </p:nvSpPr>
        <p:spPr>
          <a:xfrm>
            <a:off x="4230388" y="2370453"/>
            <a:ext cx="943118" cy="597119"/>
          </a:xfrm>
          <a:custGeom>
            <a:avLst/>
            <a:gdLst>
              <a:gd name="connsiteX0" fmla="*/ 0 w 919162"/>
              <a:gd name="connsiteY0" fmla="*/ 56438 h 564384"/>
              <a:gd name="connsiteX1" fmla="*/ 56438 w 919162"/>
              <a:gd name="connsiteY1" fmla="*/ 0 h 564384"/>
              <a:gd name="connsiteX2" fmla="*/ 862724 w 919162"/>
              <a:gd name="connsiteY2" fmla="*/ 0 h 564384"/>
              <a:gd name="connsiteX3" fmla="*/ 919162 w 919162"/>
              <a:gd name="connsiteY3" fmla="*/ 56438 h 564384"/>
              <a:gd name="connsiteX4" fmla="*/ 919162 w 919162"/>
              <a:gd name="connsiteY4" fmla="*/ 507946 h 564384"/>
              <a:gd name="connsiteX5" fmla="*/ 862724 w 919162"/>
              <a:gd name="connsiteY5" fmla="*/ 564384 h 564384"/>
              <a:gd name="connsiteX6" fmla="*/ 56438 w 919162"/>
              <a:gd name="connsiteY6" fmla="*/ 564384 h 564384"/>
              <a:gd name="connsiteX7" fmla="*/ 0 w 919162"/>
              <a:gd name="connsiteY7" fmla="*/ 507946 h 564384"/>
              <a:gd name="connsiteX8" fmla="*/ 0 w 919162"/>
              <a:gd name="connsiteY8" fmla="*/ 56438 h 564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19162" h="564384">
                <a:moveTo>
                  <a:pt x="0" y="56438"/>
                </a:moveTo>
                <a:cubicBezTo>
                  <a:pt x="0" y="25268"/>
                  <a:pt x="25268" y="0"/>
                  <a:pt x="56438" y="0"/>
                </a:cubicBezTo>
                <a:lnTo>
                  <a:pt x="862724" y="0"/>
                </a:lnTo>
                <a:cubicBezTo>
                  <a:pt x="893894" y="0"/>
                  <a:pt x="919162" y="25268"/>
                  <a:pt x="919162" y="56438"/>
                </a:cubicBezTo>
                <a:lnTo>
                  <a:pt x="919162" y="507946"/>
                </a:lnTo>
                <a:cubicBezTo>
                  <a:pt x="919162" y="539116"/>
                  <a:pt x="893894" y="564384"/>
                  <a:pt x="862724" y="564384"/>
                </a:cubicBezTo>
                <a:lnTo>
                  <a:pt x="56438" y="564384"/>
                </a:lnTo>
                <a:cubicBezTo>
                  <a:pt x="25268" y="564384"/>
                  <a:pt x="0" y="539116"/>
                  <a:pt x="0" y="507946"/>
                </a:cubicBezTo>
                <a:lnTo>
                  <a:pt x="0" y="56438"/>
                </a:lnTo>
                <a:close/>
              </a:path>
            </a:pathLst>
          </a:custGeom>
          <a:solidFill>
            <a:srgbClr val="92D050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850" tIns="31770" rIns="36850" bIns="31770" numCol="1" spcCol="1270" anchor="ctr" anchorCtr="0">
            <a:noAutofit/>
          </a:bodyPr>
          <a:lstStyle/>
          <a:p>
            <a:pPr marL="0" marR="0" lvl="0" indent="0" algn="ctr" defTabSz="3556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EXERCICE FISH &amp; CHIPS</a:t>
            </a:r>
          </a:p>
        </p:txBody>
      </p:sp>
      <p:sp>
        <p:nvSpPr>
          <p:cNvPr id="14" name="Forme libre : forme 13">
            <a:extLst>
              <a:ext uri="{FF2B5EF4-FFF2-40B4-BE49-F238E27FC236}">
                <a16:creationId xmlns:a16="http://schemas.microsoft.com/office/drawing/2014/main" id="{79A2D81F-2801-D48C-32FC-67E97E2D0831}"/>
              </a:ext>
            </a:extLst>
          </p:cNvPr>
          <p:cNvSpPr/>
          <p:nvPr/>
        </p:nvSpPr>
        <p:spPr>
          <a:xfrm>
            <a:off x="5466546" y="1711458"/>
            <a:ext cx="947212" cy="556249"/>
          </a:xfrm>
          <a:custGeom>
            <a:avLst/>
            <a:gdLst>
              <a:gd name="connsiteX0" fmla="*/ 0 w 919162"/>
              <a:gd name="connsiteY0" fmla="*/ 56438 h 564384"/>
              <a:gd name="connsiteX1" fmla="*/ 56438 w 919162"/>
              <a:gd name="connsiteY1" fmla="*/ 0 h 564384"/>
              <a:gd name="connsiteX2" fmla="*/ 862724 w 919162"/>
              <a:gd name="connsiteY2" fmla="*/ 0 h 564384"/>
              <a:gd name="connsiteX3" fmla="*/ 919162 w 919162"/>
              <a:gd name="connsiteY3" fmla="*/ 56438 h 564384"/>
              <a:gd name="connsiteX4" fmla="*/ 919162 w 919162"/>
              <a:gd name="connsiteY4" fmla="*/ 507946 h 564384"/>
              <a:gd name="connsiteX5" fmla="*/ 862724 w 919162"/>
              <a:gd name="connsiteY5" fmla="*/ 564384 h 564384"/>
              <a:gd name="connsiteX6" fmla="*/ 56438 w 919162"/>
              <a:gd name="connsiteY6" fmla="*/ 564384 h 564384"/>
              <a:gd name="connsiteX7" fmla="*/ 0 w 919162"/>
              <a:gd name="connsiteY7" fmla="*/ 507946 h 564384"/>
              <a:gd name="connsiteX8" fmla="*/ 0 w 919162"/>
              <a:gd name="connsiteY8" fmla="*/ 56438 h 564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19162" h="564384">
                <a:moveTo>
                  <a:pt x="0" y="56438"/>
                </a:moveTo>
                <a:cubicBezTo>
                  <a:pt x="0" y="25268"/>
                  <a:pt x="25268" y="0"/>
                  <a:pt x="56438" y="0"/>
                </a:cubicBezTo>
                <a:lnTo>
                  <a:pt x="862724" y="0"/>
                </a:lnTo>
                <a:cubicBezTo>
                  <a:pt x="893894" y="0"/>
                  <a:pt x="919162" y="25268"/>
                  <a:pt x="919162" y="56438"/>
                </a:cubicBezTo>
                <a:lnTo>
                  <a:pt x="919162" y="507946"/>
                </a:lnTo>
                <a:cubicBezTo>
                  <a:pt x="919162" y="539116"/>
                  <a:pt x="893894" y="564384"/>
                  <a:pt x="862724" y="564384"/>
                </a:cubicBezTo>
                <a:lnTo>
                  <a:pt x="56438" y="564384"/>
                </a:lnTo>
                <a:cubicBezTo>
                  <a:pt x="25268" y="564384"/>
                  <a:pt x="0" y="539116"/>
                  <a:pt x="0" y="507946"/>
                </a:cubicBezTo>
                <a:lnTo>
                  <a:pt x="0" y="56438"/>
                </a:lnTo>
                <a:close/>
              </a:path>
            </a:pathLst>
          </a:custGeom>
          <a:solidFill>
            <a:schemeClr val="accent1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850" tIns="31770" rIns="36850" bIns="31770" numCol="1" spcCol="1270" anchor="ctr" anchorCtr="0">
            <a:noAutofit/>
          </a:bodyPr>
          <a:lstStyle/>
          <a:p>
            <a:pPr marL="0" lvl="0" indent="0"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FR" sz="800" dirty="0"/>
              <a:t>EXERCICE </a:t>
            </a:r>
          </a:p>
          <a:p>
            <a:pPr marL="0" lvl="0" indent="0"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FR" sz="800" dirty="0"/>
              <a:t>MINDGEEK</a:t>
            </a:r>
            <a:endParaRPr lang="fr-FR" sz="800" kern="1200" dirty="0"/>
          </a:p>
        </p:txBody>
      </p:sp>
      <p:sp>
        <p:nvSpPr>
          <p:cNvPr id="17" name="Forme libre : forme 16">
            <a:extLst>
              <a:ext uri="{FF2B5EF4-FFF2-40B4-BE49-F238E27FC236}">
                <a16:creationId xmlns:a16="http://schemas.microsoft.com/office/drawing/2014/main" id="{3D7A614C-F7F6-018B-FF36-036C870F6741}"/>
              </a:ext>
            </a:extLst>
          </p:cNvPr>
          <p:cNvSpPr/>
          <p:nvPr/>
        </p:nvSpPr>
        <p:spPr>
          <a:xfrm>
            <a:off x="5491063" y="3167576"/>
            <a:ext cx="908221" cy="564384"/>
          </a:xfrm>
          <a:custGeom>
            <a:avLst/>
            <a:gdLst>
              <a:gd name="connsiteX0" fmla="*/ 0 w 919162"/>
              <a:gd name="connsiteY0" fmla="*/ 49653 h 496534"/>
              <a:gd name="connsiteX1" fmla="*/ 49653 w 919162"/>
              <a:gd name="connsiteY1" fmla="*/ 0 h 496534"/>
              <a:gd name="connsiteX2" fmla="*/ 869509 w 919162"/>
              <a:gd name="connsiteY2" fmla="*/ 0 h 496534"/>
              <a:gd name="connsiteX3" fmla="*/ 919162 w 919162"/>
              <a:gd name="connsiteY3" fmla="*/ 49653 h 496534"/>
              <a:gd name="connsiteX4" fmla="*/ 919162 w 919162"/>
              <a:gd name="connsiteY4" fmla="*/ 446881 h 496534"/>
              <a:gd name="connsiteX5" fmla="*/ 869509 w 919162"/>
              <a:gd name="connsiteY5" fmla="*/ 496534 h 496534"/>
              <a:gd name="connsiteX6" fmla="*/ 49653 w 919162"/>
              <a:gd name="connsiteY6" fmla="*/ 496534 h 496534"/>
              <a:gd name="connsiteX7" fmla="*/ 0 w 919162"/>
              <a:gd name="connsiteY7" fmla="*/ 446881 h 496534"/>
              <a:gd name="connsiteX8" fmla="*/ 0 w 919162"/>
              <a:gd name="connsiteY8" fmla="*/ 49653 h 496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19162" h="496534">
                <a:moveTo>
                  <a:pt x="0" y="49653"/>
                </a:moveTo>
                <a:cubicBezTo>
                  <a:pt x="0" y="22230"/>
                  <a:pt x="22230" y="0"/>
                  <a:pt x="49653" y="0"/>
                </a:cubicBezTo>
                <a:lnTo>
                  <a:pt x="869509" y="0"/>
                </a:lnTo>
                <a:cubicBezTo>
                  <a:pt x="896932" y="0"/>
                  <a:pt x="919162" y="22230"/>
                  <a:pt x="919162" y="49653"/>
                </a:cubicBezTo>
                <a:lnTo>
                  <a:pt x="919162" y="446881"/>
                </a:lnTo>
                <a:cubicBezTo>
                  <a:pt x="919162" y="474304"/>
                  <a:pt x="896932" y="496534"/>
                  <a:pt x="869509" y="496534"/>
                </a:cubicBezTo>
                <a:lnTo>
                  <a:pt x="49653" y="496534"/>
                </a:lnTo>
                <a:cubicBezTo>
                  <a:pt x="22230" y="496534"/>
                  <a:pt x="0" y="474304"/>
                  <a:pt x="0" y="446881"/>
                </a:cubicBezTo>
                <a:lnTo>
                  <a:pt x="0" y="49653"/>
                </a:lnTo>
                <a:close/>
              </a:path>
            </a:pathLst>
          </a:custGeom>
          <a:solidFill>
            <a:srgbClr val="92D050"/>
          </a:solidFill>
          <a:ln w="10795" cap="flat" cmpd="sng" algn="ctr">
            <a:solidFill>
              <a:prstClr val="white">
                <a:hueOff val="0"/>
                <a:satOff val="0"/>
                <a:lumOff val="0"/>
                <a:alphaOff val="0"/>
              </a:prstClr>
            </a:solidFill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39943" tIns="33593" rIns="39943" bIns="33593" numCol="1" spcCol="1270" anchor="ctr" anchorCtr="0">
            <a:noAutofit/>
          </a:bodyPr>
          <a:lstStyle/>
          <a:p>
            <a:pPr marL="0" lvl="0" indent="0"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FR" sz="800" dirty="0"/>
              <a:t>EXERCICE MINDGEEK</a:t>
            </a:r>
            <a:endParaRPr lang="fr-FR" sz="800" kern="1200" dirty="0"/>
          </a:p>
        </p:txBody>
      </p:sp>
      <p:sp>
        <p:nvSpPr>
          <p:cNvPr id="22" name="Forme libre : forme 21">
            <a:extLst>
              <a:ext uri="{FF2B5EF4-FFF2-40B4-BE49-F238E27FC236}">
                <a16:creationId xmlns:a16="http://schemas.microsoft.com/office/drawing/2014/main" id="{D3C11289-2755-0EC7-1DDB-A4C0413354CA}"/>
              </a:ext>
            </a:extLst>
          </p:cNvPr>
          <p:cNvSpPr/>
          <p:nvPr/>
        </p:nvSpPr>
        <p:spPr>
          <a:xfrm>
            <a:off x="6738146" y="3953035"/>
            <a:ext cx="944605" cy="555812"/>
          </a:xfrm>
          <a:custGeom>
            <a:avLst/>
            <a:gdLst>
              <a:gd name="connsiteX0" fmla="*/ 0 w 919162"/>
              <a:gd name="connsiteY0" fmla="*/ 56438 h 564384"/>
              <a:gd name="connsiteX1" fmla="*/ 56438 w 919162"/>
              <a:gd name="connsiteY1" fmla="*/ 0 h 564384"/>
              <a:gd name="connsiteX2" fmla="*/ 862724 w 919162"/>
              <a:gd name="connsiteY2" fmla="*/ 0 h 564384"/>
              <a:gd name="connsiteX3" fmla="*/ 919162 w 919162"/>
              <a:gd name="connsiteY3" fmla="*/ 56438 h 564384"/>
              <a:gd name="connsiteX4" fmla="*/ 919162 w 919162"/>
              <a:gd name="connsiteY4" fmla="*/ 507946 h 564384"/>
              <a:gd name="connsiteX5" fmla="*/ 862724 w 919162"/>
              <a:gd name="connsiteY5" fmla="*/ 564384 h 564384"/>
              <a:gd name="connsiteX6" fmla="*/ 56438 w 919162"/>
              <a:gd name="connsiteY6" fmla="*/ 564384 h 564384"/>
              <a:gd name="connsiteX7" fmla="*/ 0 w 919162"/>
              <a:gd name="connsiteY7" fmla="*/ 507946 h 564384"/>
              <a:gd name="connsiteX8" fmla="*/ 0 w 919162"/>
              <a:gd name="connsiteY8" fmla="*/ 56438 h 564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19162" h="564384">
                <a:moveTo>
                  <a:pt x="0" y="56438"/>
                </a:moveTo>
                <a:cubicBezTo>
                  <a:pt x="0" y="25268"/>
                  <a:pt x="25268" y="0"/>
                  <a:pt x="56438" y="0"/>
                </a:cubicBezTo>
                <a:lnTo>
                  <a:pt x="862724" y="0"/>
                </a:lnTo>
                <a:cubicBezTo>
                  <a:pt x="893894" y="0"/>
                  <a:pt x="919162" y="25268"/>
                  <a:pt x="919162" y="56438"/>
                </a:cubicBezTo>
                <a:lnTo>
                  <a:pt x="919162" y="507946"/>
                </a:lnTo>
                <a:cubicBezTo>
                  <a:pt x="919162" y="539116"/>
                  <a:pt x="893894" y="564384"/>
                  <a:pt x="862724" y="564384"/>
                </a:cubicBezTo>
                <a:lnTo>
                  <a:pt x="56438" y="564384"/>
                </a:lnTo>
                <a:cubicBezTo>
                  <a:pt x="25268" y="564384"/>
                  <a:pt x="0" y="539116"/>
                  <a:pt x="0" y="507946"/>
                </a:cubicBezTo>
                <a:lnTo>
                  <a:pt x="0" y="56438"/>
                </a:lnTo>
                <a:close/>
              </a:path>
            </a:pathLst>
          </a:custGeom>
          <a:solidFill>
            <a:srgbClr val="92D050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4470" tIns="37485" rIns="44470" bIns="37485" numCol="1" spcCol="1270" anchor="ctr" anchorCtr="0">
            <a:noAutofit/>
          </a:bodyPr>
          <a:lstStyle/>
          <a:p>
            <a:pPr marL="0" marR="0" lvl="0" indent="0" algn="ctr" defTabSz="466725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8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EXERCICE CREASOUL</a:t>
            </a:r>
          </a:p>
        </p:txBody>
      </p:sp>
      <p:sp>
        <p:nvSpPr>
          <p:cNvPr id="24" name="Forme libre : forme 27">
            <a:extLst>
              <a:ext uri="{FF2B5EF4-FFF2-40B4-BE49-F238E27FC236}">
                <a16:creationId xmlns:a16="http://schemas.microsoft.com/office/drawing/2014/main" id="{E888B503-CE4F-0E2F-0628-BCAC6673F3B8}"/>
              </a:ext>
            </a:extLst>
          </p:cNvPr>
          <p:cNvSpPr/>
          <p:nvPr/>
        </p:nvSpPr>
        <p:spPr>
          <a:xfrm>
            <a:off x="6738146" y="3168806"/>
            <a:ext cx="919162" cy="567298"/>
          </a:xfrm>
          <a:custGeom>
            <a:avLst/>
            <a:gdLst>
              <a:gd name="connsiteX0" fmla="*/ 0 w 919162"/>
              <a:gd name="connsiteY0" fmla="*/ 56438 h 564384"/>
              <a:gd name="connsiteX1" fmla="*/ 56438 w 919162"/>
              <a:gd name="connsiteY1" fmla="*/ 0 h 564384"/>
              <a:gd name="connsiteX2" fmla="*/ 862724 w 919162"/>
              <a:gd name="connsiteY2" fmla="*/ 0 h 564384"/>
              <a:gd name="connsiteX3" fmla="*/ 919162 w 919162"/>
              <a:gd name="connsiteY3" fmla="*/ 56438 h 564384"/>
              <a:gd name="connsiteX4" fmla="*/ 919162 w 919162"/>
              <a:gd name="connsiteY4" fmla="*/ 507946 h 564384"/>
              <a:gd name="connsiteX5" fmla="*/ 862724 w 919162"/>
              <a:gd name="connsiteY5" fmla="*/ 564384 h 564384"/>
              <a:gd name="connsiteX6" fmla="*/ 56438 w 919162"/>
              <a:gd name="connsiteY6" fmla="*/ 564384 h 564384"/>
              <a:gd name="connsiteX7" fmla="*/ 0 w 919162"/>
              <a:gd name="connsiteY7" fmla="*/ 507946 h 564384"/>
              <a:gd name="connsiteX8" fmla="*/ 0 w 919162"/>
              <a:gd name="connsiteY8" fmla="*/ 56438 h 564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19162" h="564384">
                <a:moveTo>
                  <a:pt x="0" y="56438"/>
                </a:moveTo>
                <a:cubicBezTo>
                  <a:pt x="0" y="25268"/>
                  <a:pt x="25268" y="0"/>
                  <a:pt x="56438" y="0"/>
                </a:cubicBezTo>
                <a:lnTo>
                  <a:pt x="862724" y="0"/>
                </a:lnTo>
                <a:cubicBezTo>
                  <a:pt x="893894" y="0"/>
                  <a:pt x="919162" y="25268"/>
                  <a:pt x="919162" y="56438"/>
                </a:cubicBezTo>
                <a:lnTo>
                  <a:pt x="919162" y="507946"/>
                </a:lnTo>
                <a:cubicBezTo>
                  <a:pt x="919162" y="539116"/>
                  <a:pt x="893894" y="564384"/>
                  <a:pt x="862724" y="564384"/>
                </a:cubicBezTo>
                <a:lnTo>
                  <a:pt x="56438" y="564384"/>
                </a:lnTo>
                <a:cubicBezTo>
                  <a:pt x="25268" y="564384"/>
                  <a:pt x="0" y="539116"/>
                  <a:pt x="0" y="507946"/>
                </a:cubicBezTo>
                <a:lnTo>
                  <a:pt x="0" y="56438"/>
                </a:lnTo>
                <a:close/>
              </a:path>
            </a:pathLst>
          </a:custGeom>
          <a:solidFill>
            <a:srgbClr val="92D050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4470" tIns="37485" rIns="44470" bIns="37485" numCol="1" spcCol="1270" anchor="ctr" anchorCtr="0">
            <a:noAutofit/>
          </a:bodyPr>
          <a:lstStyle/>
          <a:p>
            <a:pPr marL="0" marR="0" lvl="0" indent="0" algn="ctr" defTabSz="466725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8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EXERCICE CREASOUL</a:t>
            </a:r>
          </a:p>
        </p:txBody>
      </p:sp>
      <p:sp>
        <p:nvSpPr>
          <p:cNvPr id="28" name="Forme libre : forme 44">
            <a:extLst>
              <a:ext uri="{FF2B5EF4-FFF2-40B4-BE49-F238E27FC236}">
                <a16:creationId xmlns:a16="http://schemas.microsoft.com/office/drawing/2014/main" id="{0B588F1C-DC4F-6A57-8465-12FEF0C904BF}"/>
              </a:ext>
            </a:extLst>
          </p:cNvPr>
          <p:cNvSpPr/>
          <p:nvPr/>
        </p:nvSpPr>
        <p:spPr>
          <a:xfrm>
            <a:off x="4249527" y="1711458"/>
            <a:ext cx="920394" cy="556249"/>
          </a:xfrm>
          <a:custGeom>
            <a:avLst/>
            <a:gdLst>
              <a:gd name="connsiteX0" fmla="*/ 0 w 919162"/>
              <a:gd name="connsiteY0" fmla="*/ 56438 h 564384"/>
              <a:gd name="connsiteX1" fmla="*/ 56438 w 919162"/>
              <a:gd name="connsiteY1" fmla="*/ 0 h 564384"/>
              <a:gd name="connsiteX2" fmla="*/ 862724 w 919162"/>
              <a:gd name="connsiteY2" fmla="*/ 0 h 564384"/>
              <a:gd name="connsiteX3" fmla="*/ 919162 w 919162"/>
              <a:gd name="connsiteY3" fmla="*/ 56438 h 564384"/>
              <a:gd name="connsiteX4" fmla="*/ 919162 w 919162"/>
              <a:gd name="connsiteY4" fmla="*/ 507946 h 564384"/>
              <a:gd name="connsiteX5" fmla="*/ 862724 w 919162"/>
              <a:gd name="connsiteY5" fmla="*/ 564384 h 564384"/>
              <a:gd name="connsiteX6" fmla="*/ 56438 w 919162"/>
              <a:gd name="connsiteY6" fmla="*/ 564384 h 564384"/>
              <a:gd name="connsiteX7" fmla="*/ 0 w 919162"/>
              <a:gd name="connsiteY7" fmla="*/ 507946 h 564384"/>
              <a:gd name="connsiteX8" fmla="*/ 0 w 919162"/>
              <a:gd name="connsiteY8" fmla="*/ 56438 h 564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19162" h="564384">
                <a:moveTo>
                  <a:pt x="0" y="56438"/>
                </a:moveTo>
                <a:cubicBezTo>
                  <a:pt x="0" y="25268"/>
                  <a:pt x="25268" y="0"/>
                  <a:pt x="56438" y="0"/>
                </a:cubicBezTo>
                <a:lnTo>
                  <a:pt x="862724" y="0"/>
                </a:lnTo>
                <a:cubicBezTo>
                  <a:pt x="893894" y="0"/>
                  <a:pt x="919162" y="25268"/>
                  <a:pt x="919162" y="56438"/>
                </a:cubicBezTo>
                <a:lnTo>
                  <a:pt x="919162" y="507946"/>
                </a:lnTo>
                <a:cubicBezTo>
                  <a:pt x="919162" y="539116"/>
                  <a:pt x="893894" y="564384"/>
                  <a:pt x="862724" y="564384"/>
                </a:cubicBezTo>
                <a:lnTo>
                  <a:pt x="56438" y="564384"/>
                </a:lnTo>
                <a:cubicBezTo>
                  <a:pt x="25268" y="564384"/>
                  <a:pt x="0" y="539116"/>
                  <a:pt x="0" y="507946"/>
                </a:cubicBezTo>
                <a:lnTo>
                  <a:pt x="0" y="56438"/>
                </a:lnTo>
                <a:close/>
              </a:path>
            </a:pathLst>
          </a:custGeom>
          <a:solidFill>
            <a:srgbClr val="FFC000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850" tIns="31770" rIns="36850" bIns="31770" numCol="1" spcCol="1270" anchor="ctr" anchorCtr="0">
            <a:noAutofit/>
          </a:bodyPr>
          <a:lstStyle/>
          <a:p>
            <a:pPr marL="0" lvl="0" indent="0"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FR" sz="800" kern="1200" dirty="0"/>
              <a:t> FLEXBOX</a:t>
            </a:r>
          </a:p>
        </p:txBody>
      </p:sp>
      <p:sp>
        <p:nvSpPr>
          <p:cNvPr id="37" name="Forme libre : forme 36">
            <a:extLst>
              <a:ext uri="{FF2B5EF4-FFF2-40B4-BE49-F238E27FC236}">
                <a16:creationId xmlns:a16="http://schemas.microsoft.com/office/drawing/2014/main" id="{BC6AA09D-C25E-3022-E719-D8D8E2503C65}"/>
              </a:ext>
            </a:extLst>
          </p:cNvPr>
          <p:cNvSpPr/>
          <p:nvPr/>
        </p:nvSpPr>
        <p:spPr>
          <a:xfrm>
            <a:off x="5468938" y="2400987"/>
            <a:ext cx="951089" cy="583609"/>
          </a:xfrm>
          <a:custGeom>
            <a:avLst/>
            <a:gdLst>
              <a:gd name="connsiteX0" fmla="*/ 0 w 919162"/>
              <a:gd name="connsiteY0" fmla="*/ 56438 h 564384"/>
              <a:gd name="connsiteX1" fmla="*/ 56438 w 919162"/>
              <a:gd name="connsiteY1" fmla="*/ 0 h 564384"/>
              <a:gd name="connsiteX2" fmla="*/ 862724 w 919162"/>
              <a:gd name="connsiteY2" fmla="*/ 0 h 564384"/>
              <a:gd name="connsiteX3" fmla="*/ 919162 w 919162"/>
              <a:gd name="connsiteY3" fmla="*/ 56438 h 564384"/>
              <a:gd name="connsiteX4" fmla="*/ 919162 w 919162"/>
              <a:gd name="connsiteY4" fmla="*/ 507946 h 564384"/>
              <a:gd name="connsiteX5" fmla="*/ 862724 w 919162"/>
              <a:gd name="connsiteY5" fmla="*/ 564384 h 564384"/>
              <a:gd name="connsiteX6" fmla="*/ 56438 w 919162"/>
              <a:gd name="connsiteY6" fmla="*/ 564384 h 564384"/>
              <a:gd name="connsiteX7" fmla="*/ 0 w 919162"/>
              <a:gd name="connsiteY7" fmla="*/ 507946 h 564384"/>
              <a:gd name="connsiteX8" fmla="*/ 0 w 919162"/>
              <a:gd name="connsiteY8" fmla="*/ 56438 h 564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19162" h="564384">
                <a:moveTo>
                  <a:pt x="0" y="56438"/>
                </a:moveTo>
                <a:cubicBezTo>
                  <a:pt x="0" y="25268"/>
                  <a:pt x="25268" y="0"/>
                  <a:pt x="56438" y="0"/>
                </a:cubicBezTo>
                <a:lnTo>
                  <a:pt x="862724" y="0"/>
                </a:lnTo>
                <a:cubicBezTo>
                  <a:pt x="893894" y="0"/>
                  <a:pt x="919162" y="25268"/>
                  <a:pt x="919162" y="56438"/>
                </a:cubicBezTo>
                <a:lnTo>
                  <a:pt x="919162" y="507946"/>
                </a:lnTo>
                <a:cubicBezTo>
                  <a:pt x="919162" y="539116"/>
                  <a:pt x="893894" y="564384"/>
                  <a:pt x="862724" y="564384"/>
                </a:cubicBezTo>
                <a:lnTo>
                  <a:pt x="56438" y="564384"/>
                </a:lnTo>
                <a:cubicBezTo>
                  <a:pt x="25268" y="564384"/>
                  <a:pt x="0" y="539116"/>
                  <a:pt x="0" y="507946"/>
                </a:cubicBezTo>
                <a:lnTo>
                  <a:pt x="0" y="56438"/>
                </a:lnTo>
                <a:close/>
              </a:path>
            </a:pathLst>
          </a:custGeom>
          <a:solidFill>
            <a:srgbClr val="FFC000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850" tIns="31770" rIns="36850" bIns="31770" numCol="1" spcCol="1270" anchor="ctr" anchorCtr="0">
            <a:noAutofit/>
          </a:bodyPr>
          <a:lstStyle/>
          <a:p>
            <a:pPr marL="0" marR="0" lvl="0" indent="0" algn="ctr" defTabSz="3556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GRID</a:t>
            </a:r>
          </a:p>
        </p:txBody>
      </p:sp>
      <p:sp>
        <p:nvSpPr>
          <p:cNvPr id="30" name="Forme libre : forme 45">
            <a:extLst>
              <a:ext uri="{FF2B5EF4-FFF2-40B4-BE49-F238E27FC236}">
                <a16:creationId xmlns:a16="http://schemas.microsoft.com/office/drawing/2014/main" id="{E17FF2B9-5505-2401-3BF4-BA281C0C65D5}"/>
              </a:ext>
            </a:extLst>
          </p:cNvPr>
          <p:cNvSpPr/>
          <p:nvPr/>
        </p:nvSpPr>
        <p:spPr>
          <a:xfrm>
            <a:off x="3066205" y="2386304"/>
            <a:ext cx="864096" cy="556247"/>
          </a:xfrm>
          <a:custGeom>
            <a:avLst/>
            <a:gdLst>
              <a:gd name="connsiteX0" fmla="*/ 0 w 919162"/>
              <a:gd name="connsiteY0" fmla="*/ 56438 h 564384"/>
              <a:gd name="connsiteX1" fmla="*/ 56438 w 919162"/>
              <a:gd name="connsiteY1" fmla="*/ 0 h 564384"/>
              <a:gd name="connsiteX2" fmla="*/ 862724 w 919162"/>
              <a:gd name="connsiteY2" fmla="*/ 0 h 564384"/>
              <a:gd name="connsiteX3" fmla="*/ 919162 w 919162"/>
              <a:gd name="connsiteY3" fmla="*/ 56438 h 564384"/>
              <a:gd name="connsiteX4" fmla="*/ 919162 w 919162"/>
              <a:gd name="connsiteY4" fmla="*/ 507946 h 564384"/>
              <a:gd name="connsiteX5" fmla="*/ 862724 w 919162"/>
              <a:gd name="connsiteY5" fmla="*/ 564384 h 564384"/>
              <a:gd name="connsiteX6" fmla="*/ 56438 w 919162"/>
              <a:gd name="connsiteY6" fmla="*/ 564384 h 564384"/>
              <a:gd name="connsiteX7" fmla="*/ 0 w 919162"/>
              <a:gd name="connsiteY7" fmla="*/ 507946 h 564384"/>
              <a:gd name="connsiteX8" fmla="*/ 0 w 919162"/>
              <a:gd name="connsiteY8" fmla="*/ 56438 h 564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19162" h="564384">
                <a:moveTo>
                  <a:pt x="0" y="56438"/>
                </a:moveTo>
                <a:cubicBezTo>
                  <a:pt x="0" y="25268"/>
                  <a:pt x="25268" y="0"/>
                  <a:pt x="56438" y="0"/>
                </a:cubicBezTo>
                <a:lnTo>
                  <a:pt x="862724" y="0"/>
                </a:lnTo>
                <a:cubicBezTo>
                  <a:pt x="893894" y="0"/>
                  <a:pt x="919162" y="25268"/>
                  <a:pt x="919162" y="56438"/>
                </a:cubicBezTo>
                <a:lnTo>
                  <a:pt x="919162" y="507946"/>
                </a:lnTo>
                <a:cubicBezTo>
                  <a:pt x="919162" y="539116"/>
                  <a:pt x="893894" y="564384"/>
                  <a:pt x="862724" y="564384"/>
                </a:cubicBezTo>
                <a:lnTo>
                  <a:pt x="56438" y="564384"/>
                </a:lnTo>
                <a:cubicBezTo>
                  <a:pt x="25268" y="564384"/>
                  <a:pt x="0" y="539116"/>
                  <a:pt x="0" y="507946"/>
                </a:cubicBezTo>
                <a:lnTo>
                  <a:pt x="0" y="56438"/>
                </a:lnTo>
                <a:close/>
              </a:path>
            </a:pathLst>
          </a:custGeom>
          <a:solidFill>
            <a:schemeClr val="accent1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850" tIns="31770" rIns="36850" bIns="31770" numCol="1" spcCol="1270" anchor="ctr" anchorCtr="0">
            <a:noAutofit/>
          </a:bodyPr>
          <a:lstStyle/>
          <a:p>
            <a:pPr marL="0" marR="0" lvl="0" indent="0" algn="ctr" defTabSz="3556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EXERCICE SELECTEURS</a:t>
            </a:r>
          </a:p>
        </p:txBody>
      </p:sp>
      <p:sp>
        <p:nvSpPr>
          <p:cNvPr id="32" name="Forme libre : forme 15">
            <a:extLst>
              <a:ext uri="{FF2B5EF4-FFF2-40B4-BE49-F238E27FC236}">
                <a16:creationId xmlns:a16="http://schemas.microsoft.com/office/drawing/2014/main" id="{56777D48-1BB7-A96A-CFFD-92CF3E12D280}"/>
              </a:ext>
            </a:extLst>
          </p:cNvPr>
          <p:cNvSpPr/>
          <p:nvPr/>
        </p:nvSpPr>
        <p:spPr>
          <a:xfrm>
            <a:off x="3069110" y="3141560"/>
            <a:ext cx="892705" cy="590400"/>
          </a:xfrm>
          <a:custGeom>
            <a:avLst/>
            <a:gdLst>
              <a:gd name="connsiteX0" fmla="*/ 0 w 919162"/>
              <a:gd name="connsiteY0" fmla="*/ 56438 h 564384"/>
              <a:gd name="connsiteX1" fmla="*/ 56438 w 919162"/>
              <a:gd name="connsiteY1" fmla="*/ 0 h 564384"/>
              <a:gd name="connsiteX2" fmla="*/ 862724 w 919162"/>
              <a:gd name="connsiteY2" fmla="*/ 0 h 564384"/>
              <a:gd name="connsiteX3" fmla="*/ 919162 w 919162"/>
              <a:gd name="connsiteY3" fmla="*/ 56438 h 564384"/>
              <a:gd name="connsiteX4" fmla="*/ 919162 w 919162"/>
              <a:gd name="connsiteY4" fmla="*/ 507946 h 564384"/>
              <a:gd name="connsiteX5" fmla="*/ 862724 w 919162"/>
              <a:gd name="connsiteY5" fmla="*/ 564384 h 564384"/>
              <a:gd name="connsiteX6" fmla="*/ 56438 w 919162"/>
              <a:gd name="connsiteY6" fmla="*/ 564384 h 564384"/>
              <a:gd name="connsiteX7" fmla="*/ 0 w 919162"/>
              <a:gd name="connsiteY7" fmla="*/ 507946 h 564384"/>
              <a:gd name="connsiteX8" fmla="*/ 0 w 919162"/>
              <a:gd name="connsiteY8" fmla="*/ 56438 h 564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19162" h="564384">
                <a:moveTo>
                  <a:pt x="0" y="56438"/>
                </a:moveTo>
                <a:cubicBezTo>
                  <a:pt x="0" y="25268"/>
                  <a:pt x="25268" y="0"/>
                  <a:pt x="56438" y="0"/>
                </a:cubicBezTo>
                <a:lnTo>
                  <a:pt x="862724" y="0"/>
                </a:lnTo>
                <a:cubicBezTo>
                  <a:pt x="893894" y="0"/>
                  <a:pt x="919162" y="25268"/>
                  <a:pt x="919162" y="56438"/>
                </a:cubicBezTo>
                <a:lnTo>
                  <a:pt x="919162" y="507946"/>
                </a:lnTo>
                <a:cubicBezTo>
                  <a:pt x="919162" y="539116"/>
                  <a:pt x="893894" y="564384"/>
                  <a:pt x="862724" y="564384"/>
                </a:cubicBezTo>
                <a:lnTo>
                  <a:pt x="56438" y="564384"/>
                </a:lnTo>
                <a:cubicBezTo>
                  <a:pt x="25268" y="564384"/>
                  <a:pt x="0" y="539116"/>
                  <a:pt x="0" y="507946"/>
                </a:cubicBezTo>
                <a:lnTo>
                  <a:pt x="0" y="56438"/>
                </a:lnTo>
                <a:close/>
              </a:path>
            </a:pathLst>
          </a:custGeom>
          <a:solidFill>
            <a:schemeClr val="accent1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850" tIns="31770" rIns="36850" bIns="31770" numCol="1" spcCol="1270" anchor="ctr" anchorCtr="0">
            <a:noAutofit/>
          </a:bodyPr>
          <a:lstStyle/>
          <a:p>
            <a:pPr marL="0" lvl="0" indent="0"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FR" sz="800" dirty="0"/>
              <a:t>EXERCICE AGENCEZ VOS PAGES</a:t>
            </a:r>
            <a:endParaRPr lang="fr-FR" sz="800" kern="1200" dirty="0"/>
          </a:p>
        </p:txBody>
      </p:sp>
      <p:sp>
        <p:nvSpPr>
          <p:cNvPr id="33" name="Forme libre : forme 59">
            <a:extLst>
              <a:ext uri="{FF2B5EF4-FFF2-40B4-BE49-F238E27FC236}">
                <a16:creationId xmlns:a16="http://schemas.microsoft.com/office/drawing/2014/main" id="{E813A7D0-155D-8773-0DB0-CCDC66BEDCE5}"/>
              </a:ext>
            </a:extLst>
          </p:cNvPr>
          <p:cNvSpPr/>
          <p:nvPr/>
        </p:nvSpPr>
        <p:spPr>
          <a:xfrm>
            <a:off x="3069110" y="1711459"/>
            <a:ext cx="864096" cy="556248"/>
          </a:xfrm>
          <a:custGeom>
            <a:avLst/>
            <a:gdLst>
              <a:gd name="connsiteX0" fmla="*/ 0 w 919162"/>
              <a:gd name="connsiteY0" fmla="*/ 56438 h 564384"/>
              <a:gd name="connsiteX1" fmla="*/ 56438 w 919162"/>
              <a:gd name="connsiteY1" fmla="*/ 0 h 564384"/>
              <a:gd name="connsiteX2" fmla="*/ 862724 w 919162"/>
              <a:gd name="connsiteY2" fmla="*/ 0 h 564384"/>
              <a:gd name="connsiteX3" fmla="*/ 919162 w 919162"/>
              <a:gd name="connsiteY3" fmla="*/ 56438 h 564384"/>
              <a:gd name="connsiteX4" fmla="*/ 919162 w 919162"/>
              <a:gd name="connsiteY4" fmla="*/ 507946 h 564384"/>
              <a:gd name="connsiteX5" fmla="*/ 862724 w 919162"/>
              <a:gd name="connsiteY5" fmla="*/ 564384 h 564384"/>
              <a:gd name="connsiteX6" fmla="*/ 56438 w 919162"/>
              <a:gd name="connsiteY6" fmla="*/ 564384 h 564384"/>
              <a:gd name="connsiteX7" fmla="*/ 0 w 919162"/>
              <a:gd name="connsiteY7" fmla="*/ 507946 h 564384"/>
              <a:gd name="connsiteX8" fmla="*/ 0 w 919162"/>
              <a:gd name="connsiteY8" fmla="*/ 56438 h 564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19162" h="564384">
                <a:moveTo>
                  <a:pt x="0" y="56438"/>
                </a:moveTo>
                <a:cubicBezTo>
                  <a:pt x="0" y="25268"/>
                  <a:pt x="25268" y="0"/>
                  <a:pt x="56438" y="0"/>
                </a:cubicBezTo>
                <a:lnTo>
                  <a:pt x="862724" y="0"/>
                </a:lnTo>
                <a:cubicBezTo>
                  <a:pt x="893894" y="0"/>
                  <a:pt x="919162" y="25268"/>
                  <a:pt x="919162" y="56438"/>
                </a:cubicBezTo>
                <a:lnTo>
                  <a:pt x="919162" y="507946"/>
                </a:lnTo>
                <a:cubicBezTo>
                  <a:pt x="919162" y="539116"/>
                  <a:pt x="893894" y="564384"/>
                  <a:pt x="862724" y="564384"/>
                </a:cubicBezTo>
                <a:lnTo>
                  <a:pt x="56438" y="564384"/>
                </a:lnTo>
                <a:cubicBezTo>
                  <a:pt x="25268" y="564384"/>
                  <a:pt x="0" y="539116"/>
                  <a:pt x="0" y="507946"/>
                </a:cubicBezTo>
                <a:lnTo>
                  <a:pt x="0" y="56438"/>
                </a:lnTo>
                <a:close/>
              </a:path>
            </a:pathLst>
          </a:custGeom>
          <a:solidFill>
            <a:schemeClr val="accent3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850" tIns="31770" rIns="36850" bIns="31770" numCol="1" spcCol="1270" anchor="ctr" anchorCtr="0">
            <a:noAutofit/>
          </a:bodyPr>
          <a:lstStyle/>
          <a:p>
            <a:pPr marL="0" lvl="0" indent="0"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FR" sz="800" kern="1200" dirty="0"/>
              <a:t>LES BASES DU CSS</a:t>
            </a:r>
          </a:p>
        </p:txBody>
      </p:sp>
      <p:sp>
        <p:nvSpPr>
          <p:cNvPr id="35" name="Forme libre : forme 34">
            <a:extLst>
              <a:ext uri="{FF2B5EF4-FFF2-40B4-BE49-F238E27FC236}">
                <a16:creationId xmlns:a16="http://schemas.microsoft.com/office/drawing/2014/main" id="{AF88068C-527B-AA0C-AFAC-75BC9F7F7474}"/>
              </a:ext>
            </a:extLst>
          </p:cNvPr>
          <p:cNvSpPr/>
          <p:nvPr/>
        </p:nvSpPr>
        <p:spPr>
          <a:xfrm>
            <a:off x="5486197" y="3944463"/>
            <a:ext cx="947212" cy="564384"/>
          </a:xfrm>
          <a:custGeom>
            <a:avLst/>
            <a:gdLst>
              <a:gd name="connsiteX0" fmla="*/ 0 w 919162"/>
              <a:gd name="connsiteY0" fmla="*/ 56438 h 564384"/>
              <a:gd name="connsiteX1" fmla="*/ 56438 w 919162"/>
              <a:gd name="connsiteY1" fmla="*/ 0 h 564384"/>
              <a:gd name="connsiteX2" fmla="*/ 862724 w 919162"/>
              <a:gd name="connsiteY2" fmla="*/ 0 h 564384"/>
              <a:gd name="connsiteX3" fmla="*/ 919162 w 919162"/>
              <a:gd name="connsiteY3" fmla="*/ 56438 h 564384"/>
              <a:gd name="connsiteX4" fmla="*/ 919162 w 919162"/>
              <a:gd name="connsiteY4" fmla="*/ 507946 h 564384"/>
              <a:gd name="connsiteX5" fmla="*/ 862724 w 919162"/>
              <a:gd name="connsiteY5" fmla="*/ 564384 h 564384"/>
              <a:gd name="connsiteX6" fmla="*/ 56438 w 919162"/>
              <a:gd name="connsiteY6" fmla="*/ 564384 h 564384"/>
              <a:gd name="connsiteX7" fmla="*/ 0 w 919162"/>
              <a:gd name="connsiteY7" fmla="*/ 507946 h 564384"/>
              <a:gd name="connsiteX8" fmla="*/ 0 w 919162"/>
              <a:gd name="connsiteY8" fmla="*/ 56438 h 564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19162" h="564384">
                <a:moveTo>
                  <a:pt x="0" y="56438"/>
                </a:moveTo>
                <a:cubicBezTo>
                  <a:pt x="0" y="25268"/>
                  <a:pt x="25268" y="0"/>
                  <a:pt x="56438" y="0"/>
                </a:cubicBezTo>
                <a:lnTo>
                  <a:pt x="862724" y="0"/>
                </a:lnTo>
                <a:cubicBezTo>
                  <a:pt x="893894" y="0"/>
                  <a:pt x="919162" y="25268"/>
                  <a:pt x="919162" y="56438"/>
                </a:cubicBezTo>
                <a:lnTo>
                  <a:pt x="919162" y="507946"/>
                </a:lnTo>
                <a:cubicBezTo>
                  <a:pt x="919162" y="539116"/>
                  <a:pt x="893894" y="564384"/>
                  <a:pt x="862724" y="564384"/>
                </a:cubicBezTo>
                <a:lnTo>
                  <a:pt x="56438" y="564384"/>
                </a:lnTo>
                <a:cubicBezTo>
                  <a:pt x="25268" y="564384"/>
                  <a:pt x="0" y="539116"/>
                  <a:pt x="0" y="507946"/>
                </a:cubicBezTo>
                <a:lnTo>
                  <a:pt x="0" y="56438"/>
                </a:lnTo>
                <a:close/>
              </a:path>
            </a:pathLst>
          </a:custGeom>
          <a:solidFill>
            <a:schemeClr val="accent1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850" tIns="31770" rIns="36850" bIns="31770" numCol="1" spcCol="1270" anchor="ctr" anchorCtr="0">
            <a:noAutofit/>
          </a:bodyPr>
          <a:lstStyle/>
          <a:p>
            <a:pPr marL="0" lvl="0" indent="0"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FR" sz="800" kern="1200" dirty="0"/>
              <a:t>EXERCICE REALTY GROUP</a:t>
            </a:r>
          </a:p>
        </p:txBody>
      </p:sp>
      <p:sp>
        <p:nvSpPr>
          <p:cNvPr id="36" name="Forme libre : forme 35">
            <a:extLst>
              <a:ext uri="{FF2B5EF4-FFF2-40B4-BE49-F238E27FC236}">
                <a16:creationId xmlns:a16="http://schemas.microsoft.com/office/drawing/2014/main" id="{577C9C44-C2A5-1E50-6BEC-176DA2229A60}"/>
              </a:ext>
            </a:extLst>
          </p:cNvPr>
          <p:cNvSpPr/>
          <p:nvPr/>
        </p:nvSpPr>
        <p:spPr>
          <a:xfrm>
            <a:off x="6725426" y="2406332"/>
            <a:ext cx="944605" cy="583609"/>
          </a:xfrm>
          <a:custGeom>
            <a:avLst/>
            <a:gdLst>
              <a:gd name="connsiteX0" fmla="*/ 0 w 919162"/>
              <a:gd name="connsiteY0" fmla="*/ 56438 h 564384"/>
              <a:gd name="connsiteX1" fmla="*/ 56438 w 919162"/>
              <a:gd name="connsiteY1" fmla="*/ 0 h 564384"/>
              <a:gd name="connsiteX2" fmla="*/ 862724 w 919162"/>
              <a:gd name="connsiteY2" fmla="*/ 0 h 564384"/>
              <a:gd name="connsiteX3" fmla="*/ 919162 w 919162"/>
              <a:gd name="connsiteY3" fmla="*/ 56438 h 564384"/>
              <a:gd name="connsiteX4" fmla="*/ 919162 w 919162"/>
              <a:gd name="connsiteY4" fmla="*/ 507946 h 564384"/>
              <a:gd name="connsiteX5" fmla="*/ 862724 w 919162"/>
              <a:gd name="connsiteY5" fmla="*/ 564384 h 564384"/>
              <a:gd name="connsiteX6" fmla="*/ 56438 w 919162"/>
              <a:gd name="connsiteY6" fmla="*/ 564384 h 564384"/>
              <a:gd name="connsiteX7" fmla="*/ 0 w 919162"/>
              <a:gd name="connsiteY7" fmla="*/ 507946 h 564384"/>
              <a:gd name="connsiteX8" fmla="*/ 0 w 919162"/>
              <a:gd name="connsiteY8" fmla="*/ 56438 h 564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19162" h="564384">
                <a:moveTo>
                  <a:pt x="0" y="56438"/>
                </a:moveTo>
                <a:cubicBezTo>
                  <a:pt x="0" y="25268"/>
                  <a:pt x="25268" y="0"/>
                  <a:pt x="56438" y="0"/>
                </a:cubicBezTo>
                <a:lnTo>
                  <a:pt x="862724" y="0"/>
                </a:lnTo>
                <a:cubicBezTo>
                  <a:pt x="893894" y="0"/>
                  <a:pt x="919162" y="25268"/>
                  <a:pt x="919162" y="56438"/>
                </a:cubicBezTo>
                <a:lnTo>
                  <a:pt x="919162" y="507946"/>
                </a:lnTo>
                <a:cubicBezTo>
                  <a:pt x="919162" y="539116"/>
                  <a:pt x="893894" y="564384"/>
                  <a:pt x="862724" y="564384"/>
                </a:cubicBezTo>
                <a:lnTo>
                  <a:pt x="56438" y="564384"/>
                </a:lnTo>
                <a:cubicBezTo>
                  <a:pt x="25268" y="564384"/>
                  <a:pt x="0" y="539116"/>
                  <a:pt x="0" y="507946"/>
                </a:cubicBezTo>
                <a:lnTo>
                  <a:pt x="0" y="56438"/>
                </a:lnTo>
                <a:close/>
              </a:path>
            </a:pathLst>
          </a:custGeom>
          <a:solidFill>
            <a:srgbClr val="FC6E42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4470" tIns="37485" rIns="44470" bIns="37485" numCol="1" spcCol="1270" anchor="ctr" anchorCtr="0">
            <a:noAutofit/>
          </a:bodyPr>
          <a:lstStyle/>
          <a:p>
            <a:pPr marL="0" marR="0" lvl="0" indent="0" algn="ctr" defTabSz="466725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8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NORMES ET EMMET CSS</a:t>
            </a:r>
          </a:p>
        </p:txBody>
      </p:sp>
      <p:sp>
        <p:nvSpPr>
          <p:cNvPr id="43" name="Forme libre : forme 27">
            <a:extLst>
              <a:ext uri="{FF2B5EF4-FFF2-40B4-BE49-F238E27FC236}">
                <a16:creationId xmlns:a16="http://schemas.microsoft.com/office/drawing/2014/main" id="{066A23AA-07E8-F342-12B0-7AA8EE1050B5}"/>
              </a:ext>
            </a:extLst>
          </p:cNvPr>
          <p:cNvSpPr/>
          <p:nvPr/>
        </p:nvSpPr>
        <p:spPr>
          <a:xfrm>
            <a:off x="7969125" y="3167574"/>
            <a:ext cx="919162" cy="568530"/>
          </a:xfrm>
          <a:custGeom>
            <a:avLst/>
            <a:gdLst>
              <a:gd name="connsiteX0" fmla="*/ 0 w 919162"/>
              <a:gd name="connsiteY0" fmla="*/ 56438 h 564384"/>
              <a:gd name="connsiteX1" fmla="*/ 56438 w 919162"/>
              <a:gd name="connsiteY1" fmla="*/ 0 h 564384"/>
              <a:gd name="connsiteX2" fmla="*/ 862724 w 919162"/>
              <a:gd name="connsiteY2" fmla="*/ 0 h 564384"/>
              <a:gd name="connsiteX3" fmla="*/ 919162 w 919162"/>
              <a:gd name="connsiteY3" fmla="*/ 56438 h 564384"/>
              <a:gd name="connsiteX4" fmla="*/ 919162 w 919162"/>
              <a:gd name="connsiteY4" fmla="*/ 507946 h 564384"/>
              <a:gd name="connsiteX5" fmla="*/ 862724 w 919162"/>
              <a:gd name="connsiteY5" fmla="*/ 564384 h 564384"/>
              <a:gd name="connsiteX6" fmla="*/ 56438 w 919162"/>
              <a:gd name="connsiteY6" fmla="*/ 564384 h 564384"/>
              <a:gd name="connsiteX7" fmla="*/ 0 w 919162"/>
              <a:gd name="connsiteY7" fmla="*/ 507946 h 564384"/>
              <a:gd name="connsiteX8" fmla="*/ 0 w 919162"/>
              <a:gd name="connsiteY8" fmla="*/ 56438 h 564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19162" h="564384">
                <a:moveTo>
                  <a:pt x="0" y="56438"/>
                </a:moveTo>
                <a:cubicBezTo>
                  <a:pt x="0" y="25268"/>
                  <a:pt x="25268" y="0"/>
                  <a:pt x="56438" y="0"/>
                </a:cubicBezTo>
                <a:lnTo>
                  <a:pt x="862724" y="0"/>
                </a:lnTo>
                <a:cubicBezTo>
                  <a:pt x="893894" y="0"/>
                  <a:pt x="919162" y="25268"/>
                  <a:pt x="919162" y="56438"/>
                </a:cubicBezTo>
                <a:lnTo>
                  <a:pt x="919162" y="507946"/>
                </a:lnTo>
                <a:cubicBezTo>
                  <a:pt x="919162" y="539116"/>
                  <a:pt x="893894" y="564384"/>
                  <a:pt x="862724" y="564384"/>
                </a:cubicBezTo>
                <a:lnTo>
                  <a:pt x="56438" y="564384"/>
                </a:lnTo>
                <a:cubicBezTo>
                  <a:pt x="25268" y="564384"/>
                  <a:pt x="0" y="539116"/>
                  <a:pt x="0" y="507946"/>
                </a:cubicBezTo>
                <a:lnTo>
                  <a:pt x="0" y="56438"/>
                </a:lnTo>
                <a:close/>
              </a:path>
            </a:pathLst>
          </a:custGeom>
          <a:solidFill>
            <a:srgbClr val="00B0F0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4470" tIns="37485" rIns="44470" bIns="37485" numCol="1" spcCol="1270" anchor="ctr" anchorCtr="0">
            <a:noAutofit/>
          </a:bodyPr>
          <a:lstStyle/>
          <a:p>
            <a:pPr marL="0" marR="0" lvl="0" indent="0" algn="ctr" defTabSz="466725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fr-FR" sz="800" dirty="0">
                <a:solidFill>
                  <a:prstClr val="white"/>
                </a:solidFill>
                <a:latin typeface="Calibri"/>
              </a:rPr>
              <a:t>EXPRESSION THEATRALE</a:t>
            </a:r>
            <a:endParaRPr kumimoji="0" lang="fr-FR" sz="8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ZoneTexte 30"/>
          <p:cNvSpPr txBox="1"/>
          <p:nvPr/>
        </p:nvSpPr>
        <p:spPr>
          <a:xfrm>
            <a:off x="8118014" y="1068861"/>
            <a:ext cx="716290" cy="289441"/>
          </a:xfrm>
          <a:prstGeom prst="roundRect">
            <a:avLst/>
          </a:prstGeom>
          <a:solidFill>
            <a:schemeClr val="bg2">
              <a:lumMod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fr-FR" sz="1100" b="1" dirty="0">
                <a:solidFill>
                  <a:schemeClr val="bg1"/>
                </a:solidFill>
              </a:rPr>
              <a:t>Quiz CSS</a:t>
            </a:r>
          </a:p>
        </p:txBody>
      </p:sp>
      <p:sp>
        <p:nvSpPr>
          <p:cNvPr id="2" name="Forme libre : forme 1">
            <a:extLst>
              <a:ext uri="{FF2B5EF4-FFF2-40B4-BE49-F238E27FC236}">
                <a16:creationId xmlns:a16="http://schemas.microsoft.com/office/drawing/2014/main" id="{178A6B4A-2E86-D794-E22D-F119206E2A42}"/>
              </a:ext>
            </a:extLst>
          </p:cNvPr>
          <p:cNvSpPr/>
          <p:nvPr/>
        </p:nvSpPr>
        <p:spPr>
          <a:xfrm>
            <a:off x="6751565" y="1711459"/>
            <a:ext cx="944605" cy="583609"/>
          </a:xfrm>
          <a:custGeom>
            <a:avLst/>
            <a:gdLst>
              <a:gd name="connsiteX0" fmla="*/ 0 w 919162"/>
              <a:gd name="connsiteY0" fmla="*/ 56438 h 564384"/>
              <a:gd name="connsiteX1" fmla="*/ 56438 w 919162"/>
              <a:gd name="connsiteY1" fmla="*/ 0 h 564384"/>
              <a:gd name="connsiteX2" fmla="*/ 862724 w 919162"/>
              <a:gd name="connsiteY2" fmla="*/ 0 h 564384"/>
              <a:gd name="connsiteX3" fmla="*/ 919162 w 919162"/>
              <a:gd name="connsiteY3" fmla="*/ 56438 h 564384"/>
              <a:gd name="connsiteX4" fmla="*/ 919162 w 919162"/>
              <a:gd name="connsiteY4" fmla="*/ 507946 h 564384"/>
              <a:gd name="connsiteX5" fmla="*/ 862724 w 919162"/>
              <a:gd name="connsiteY5" fmla="*/ 564384 h 564384"/>
              <a:gd name="connsiteX6" fmla="*/ 56438 w 919162"/>
              <a:gd name="connsiteY6" fmla="*/ 564384 h 564384"/>
              <a:gd name="connsiteX7" fmla="*/ 0 w 919162"/>
              <a:gd name="connsiteY7" fmla="*/ 507946 h 564384"/>
              <a:gd name="connsiteX8" fmla="*/ 0 w 919162"/>
              <a:gd name="connsiteY8" fmla="*/ 56438 h 564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19162" h="564384">
                <a:moveTo>
                  <a:pt x="0" y="56438"/>
                </a:moveTo>
                <a:cubicBezTo>
                  <a:pt x="0" y="25268"/>
                  <a:pt x="25268" y="0"/>
                  <a:pt x="56438" y="0"/>
                </a:cubicBezTo>
                <a:lnTo>
                  <a:pt x="862724" y="0"/>
                </a:lnTo>
                <a:cubicBezTo>
                  <a:pt x="893894" y="0"/>
                  <a:pt x="919162" y="25268"/>
                  <a:pt x="919162" y="56438"/>
                </a:cubicBezTo>
                <a:lnTo>
                  <a:pt x="919162" y="507946"/>
                </a:lnTo>
                <a:cubicBezTo>
                  <a:pt x="919162" y="539116"/>
                  <a:pt x="893894" y="564384"/>
                  <a:pt x="862724" y="564384"/>
                </a:cubicBezTo>
                <a:lnTo>
                  <a:pt x="56438" y="564384"/>
                </a:lnTo>
                <a:cubicBezTo>
                  <a:pt x="25268" y="564384"/>
                  <a:pt x="0" y="539116"/>
                  <a:pt x="0" y="507946"/>
                </a:cubicBezTo>
                <a:lnTo>
                  <a:pt x="0" y="56438"/>
                </a:lnTo>
                <a:close/>
              </a:path>
            </a:pathLst>
          </a:custGeom>
          <a:solidFill>
            <a:srgbClr val="FFC000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4470" tIns="37485" rIns="44470" bIns="37485" numCol="1" spcCol="1270" anchor="ctr" anchorCtr="0">
            <a:noAutofit/>
          </a:bodyPr>
          <a:lstStyle/>
          <a:p>
            <a:pPr marL="0" marR="0" lvl="0" indent="0" algn="ctr" defTabSz="466725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fr-FR" sz="800" dirty="0">
                <a:solidFill>
                  <a:prstClr val="white"/>
                </a:solidFill>
                <a:latin typeface="Calibri"/>
              </a:rPr>
              <a:t>RESPONSIVE DESIGN</a:t>
            </a:r>
            <a:endParaRPr kumimoji="0" lang="fr-FR" sz="8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Forme libre : forme 7">
            <a:extLst>
              <a:ext uri="{FF2B5EF4-FFF2-40B4-BE49-F238E27FC236}">
                <a16:creationId xmlns:a16="http://schemas.microsoft.com/office/drawing/2014/main" id="{80F0BFC2-234F-19B2-3149-965FD1E41900}"/>
              </a:ext>
            </a:extLst>
          </p:cNvPr>
          <p:cNvSpPr/>
          <p:nvPr/>
        </p:nvSpPr>
        <p:spPr>
          <a:xfrm>
            <a:off x="7968187" y="1729030"/>
            <a:ext cx="944605" cy="538677"/>
          </a:xfrm>
          <a:custGeom>
            <a:avLst/>
            <a:gdLst>
              <a:gd name="connsiteX0" fmla="*/ 0 w 919162"/>
              <a:gd name="connsiteY0" fmla="*/ 56438 h 564384"/>
              <a:gd name="connsiteX1" fmla="*/ 56438 w 919162"/>
              <a:gd name="connsiteY1" fmla="*/ 0 h 564384"/>
              <a:gd name="connsiteX2" fmla="*/ 862724 w 919162"/>
              <a:gd name="connsiteY2" fmla="*/ 0 h 564384"/>
              <a:gd name="connsiteX3" fmla="*/ 919162 w 919162"/>
              <a:gd name="connsiteY3" fmla="*/ 56438 h 564384"/>
              <a:gd name="connsiteX4" fmla="*/ 919162 w 919162"/>
              <a:gd name="connsiteY4" fmla="*/ 507946 h 564384"/>
              <a:gd name="connsiteX5" fmla="*/ 862724 w 919162"/>
              <a:gd name="connsiteY5" fmla="*/ 564384 h 564384"/>
              <a:gd name="connsiteX6" fmla="*/ 56438 w 919162"/>
              <a:gd name="connsiteY6" fmla="*/ 564384 h 564384"/>
              <a:gd name="connsiteX7" fmla="*/ 0 w 919162"/>
              <a:gd name="connsiteY7" fmla="*/ 507946 h 564384"/>
              <a:gd name="connsiteX8" fmla="*/ 0 w 919162"/>
              <a:gd name="connsiteY8" fmla="*/ 56438 h 564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19162" h="564384">
                <a:moveTo>
                  <a:pt x="0" y="56438"/>
                </a:moveTo>
                <a:cubicBezTo>
                  <a:pt x="0" y="25268"/>
                  <a:pt x="25268" y="0"/>
                  <a:pt x="56438" y="0"/>
                </a:cubicBezTo>
                <a:lnTo>
                  <a:pt x="862724" y="0"/>
                </a:lnTo>
                <a:cubicBezTo>
                  <a:pt x="893894" y="0"/>
                  <a:pt x="919162" y="25268"/>
                  <a:pt x="919162" y="56438"/>
                </a:cubicBezTo>
                <a:lnTo>
                  <a:pt x="919162" y="507946"/>
                </a:lnTo>
                <a:cubicBezTo>
                  <a:pt x="919162" y="539116"/>
                  <a:pt x="893894" y="564384"/>
                  <a:pt x="862724" y="564384"/>
                </a:cubicBezTo>
                <a:lnTo>
                  <a:pt x="56438" y="564384"/>
                </a:lnTo>
                <a:cubicBezTo>
                  <a:pt x="25268" y="564384"/>
                  <a:pt x="0" y="539116"/>
                  <a:pt x="0" y="507946"/>
                </a:cubicBezTo>
                <a:lnTo>
                  <a:pt x="0" y="56438"/>
                </a:lnTo>
                <a:close/>
              </a:path>
            </a:pathLst>
          </a:custGeom>
          <a:solidFill>
            <a:srgbClr val="92D050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4470" tIns="37485" rIns="44470" bIns="37485" numCol="1" spcCol="1270" anchor="ctr" anchorCtr="0">
            <a:noAutofit/>
          </a:bodyPr>
          <a:lstStyle/>
          <a:p>
            <a:pPr marL="0" marR="0" lvl="0" indent="0" algn="ctr" defTabSz="466725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8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PROJET DIRIGE - CUP OF TEA</a:t>
            </a:r>
          </a:p>
        </p:txBody>
      </p:sp>
      <p:sp>
        <p:nvSpPr>
          <p:cNvPr id="10" name="Forme libre : forme 9">
            <a:extLst>
              <a:ext uri="{FF2B5EF4-FFF2-40B4-BE49-F238E27FC236}">
                <a16:creationId xmlns:a16="http://schemas.microsoft.com/office/drawing/2014/main" id="{5AEBB112-9DC5-3B0F-384B-0D46AFD98213}"/>
              </a:ext>
            </a:extLst>
          </p:cNvPr>
          <p:cNvSpPr/>
          <p:nvPr/>
        </p:nvSpPr>
        <p:spPr>
          <a:xfrm>
            <a:off x="7960790" y="2400987"/>
            <a:ext cx="944605" cy="583609"/>
          </a:xfrm>
          <a:custGeom>
            <a:avLst/>
            <a:gdLst>
              <a:gd name="connsiteX0" fmla="*/ 0 w 919162"/>
              <a:gd name="connsiteY0" fmla="*/ 56438 h 564384"/>
              <a:gd name="connsiteX1" fmla="*/ 56438 w 919162"/>
              <a:gd name="connsiteY1" fmla="*/ 0 h 564384"/>
              <a:gd name="connsiteX2" fmla="*/ 862724 w 919162"/>
              <a:gd name="connsiteY2" fmla="*/ 0 h 564384"/>
              <a:gd name="connsiteX3" fmla="*/ 919162 w 919162"/>
              <a:gd name="connsiteY3" fmla="*/ 56438 h 564384"/>
              <a:gd name="connsiteX4" fmla="*/ 919162 w 919162"/>
              <a:gd name="connsiteY4" fmla="*/ 507946 h 564384"/>
              <a:gd name="connsiteX5" fmla="*/ 862724 w 919162"/>
              <a:gd name="connsiteY5" fmla="*/ 564384 h 564384"/>
              <a:gd name="connsiteX6" fmla="*/ 56438 w 919162"/>
              <a:gd name="connsiteY6" fmla="*/ 564384 h 564384"/>
              <a:gd name="connsiteX7" fmla="*/ 0 w 919162"/>
              <a:gd name="connsiteY7" fmla="*/ 507946 h 564384"/>
              <a:gd name="connsiteX8" fmla="*/ 0 w 919162"/>
              <a:gd name="connsiteY8" fmla="*/ 56438 h 564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19162" h="564384">
                <a:moveTo>
                  <a:pt x="0" y="56438"/>
                </a:moveTo>
                <a:cubicBezTo>
                  <a:pt x="0" y="25268"/>
                  <a:pt x="25268" y="0"/>
                  <a:pt x="56438" y="0"/>
                </a:cubicBezTo>
                <a:lnTo>
                  <a:pt x="862724" y="0"/>
                </a:lnTo>
                <a:cubicBezTo>
                  <a:pt x="893894" y="0"/>
                  <a:pt x="919162" y="25268"/>
                  <a:pt x="919162" y="56438"/>
                </a:cubicBezTo>
                <a:lnTo>
                  <a:pt x="919162" y="507946"/>
                </a:lnTo>
                <a:cubicBezTo>
                  <a:pt x="919162" y="539116"/>
                  <a:pt x="893894" y="564384"/>
                  <a:pt x="862724" y="564384"/>
                </a:cubicBezTo>
                <a:lnTo>
                  <a:pt x="56438" y="564384"/>
                </a:lnTo>
                <a:cubicBezTo>
                  <a:pt x="25268" y="564384"/>
                  <a:pt x="0" y="539116"/>
                  <a:pt x="0" y="507946"/>
                </a:cubicBezTo>
                <a:lnTo>
                  <a:pt x="0" y="56438"/>
                </a:lnTo>
                <a:close/>
              </a:path>
            </a:pathLst>
          </a:custGeom>
          <a:solidFill>
            <a:srgbClr val="92D050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4470" tIns="37485" rIns="44470" bIns="37485" numCol="1" spcCol="1270" anchor="ctr" anchorCtr="0">
            <a:noAutofit/>
          </a:bodyPr>
          <a:lstStyle/>
          <a:p>
            <a:pPr algn="ctr" defTabSz="46672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kumimoji="0" lang="fr-FR" sz="8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PROJET DIRIGE - CUP OF TEA</a:t>
            </a:r>
          </a:p>
        </p:txBody>
      </p:sp>
      <p:sp>
        <p:nvSpPr>
          <p:cNvPr id="12" name="Forme libre : forme 11">
            <a:extLst>
              <a:ext uri="{FF2B5EF4-FFF2-40B4-BE49-F238E27FC236}">
                <a16:creationId xmlns:a16="http://schemas.microsoft.com/office/drawing/2014/main" id="{C1AE113D-03BB-55A9-0BEB-E2036165E078}"/>
              </a:ext>
            </a:extLst>
          </p:cNvPr>
          <p:cNvSpPr/>
          <p:nvPr/>
        </p:nvSpPr>
        <p:spPr>
          <a:xfrm>
            <a:off x="7968187" y="3944463"/>
            <a:ext cx="944605" cy="514393"/>
          </a:xfrm>
          <a:custGeom>
            <a:avLst/>
            <a:gdLst>
              <a:gd name="connsiteX0" fmla="*/ 0 w 919162"/>
              <a:gd name="connsiteY0" fmla="*/ 56438 h 564384"/>
              <a:gd name="connsiteX1" fmla="*/ 56438 w 919162"/>
              <a:gd name="connsiteY1" fmla="*/ 0 h 564384"/>
              <a:gd name="connsiteX2" fmla="*/ 862724 w 919162"/>
              <a:gd name="connsiteY2" fmla="*/ 0 h 564384"/>
              <a:gd name="connsiteX3" fmla="*/ 919162 w 919162"/>
              <a:gd name="connsiteY3" fmla="*/ 56438 h 564384"/>
              <a:gd name="connsiteX4" fmla="*/ 919162 w 919162"/>
              <a:gd name="connsiteY4" fmla="*/ 507946 h 564384"/>
              <a:gd name="connsiteX5" fmla="*/ 862724 w 919162"/>
              <a:gd name="connsiteY5" fmla="*/ 564384 h 564384"/>
              <a:gd name="connsiteX6" fmla="*/ 56438 w 919162"/>
              <a:gd name="connsiteY6" fmla="*/ 564384 h 564384"/>
              <a:gd name="connsiteX7" fmla="*/ 0 w 919162"/>
              <a:gd name="connsiteY7" fmla="*/ 507946 h 564384"/>
              <a:gd name="connsiteX8" fmla="*/ 0 w 919162"/>
              <a:gd name="connsiteY8" fmla="*/ 56438 h 564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19162" h="564384">
                <a:moveTo>
                  <a:pt x="0" y="56438"/>
                </a:moveTo>
                <a:cubicBezTo>
                  <a:pt x="0" y="25268"/>
                  <a:pt x="25268" y="0"/>
                  <a:pt x="56438" y="0"/>
                </a:cubicBezTo>
                <a:lnTo>
                  <a:pt x="862724" y="0"/>
                </a:lnTo>
                <a:cubicBezTo>
                  <a:pt x="893894" y="0"/>
                  <a:pt x="919162" y="25268"/>
                  <a:pt x="919162" y="56438"/>
                </a:cubicBezTo>
                <a:lnTo>
                  <a:pt x="919162" y="507946"/>
                </a:lnTo>
                <a:cubicBezTo>
                  <a:pt x="919162" y="539116"/>
                  <a:pt x="893894" y="564384"/>
                  <a:pt x="862724" y="564384"/>
                </a:cubicBezTo>
                <a:lnTo>
                  <a:pt x="56438" y="564384"/>
                </a:lnTo>
                <a:cubicBezTo>
                  <a:pt x="25268" y="564384"/>
                  <a:pt x="0" y="539116"/>
                  <a:pt x="0" y="507946"/>
                </a:cubicBezTo>
                <a:lnTo>
                  <a:pt x="0" y="56438"/>
                </a:lnTo>
                <a:close/>
              </a:path>
            </a:pathLst>
          </a:custGeom>
          <a:solidFill>
            <a:srgbClr val="92D050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4470" tIns="37485" rIns="44470" bIns="37485" numCol="1" spcCol="1270" anchor="ctr" anchorCtr="0">
            <a:noAutofit/>
          </a:bodyPr>
          <a:lstStyle/>
          <a:p>
            <a:pPr marL="0" marR="0" lvl="0" indent="0" algn="ctr" defTabSz="466725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8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PROJET DIRIGE - CUP OF TEA</a:t>
            </a:r>
          </a:p>
        </p:txBody>
      </p:sp>
    </p:spTree>
    <p:extLst>
      <p:ext uri="{BB962C8B-B14F-4D97-AF65-F5344CB8AC3E}">
        <p14:creationId xmlns:p14="http://schemas.microsoft.com/office/powerpoint/2010/main" val="1572620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orme libre : forme 13">
            <a:extLst>
              <a:ext uri="{FF2B5EF4-FFF2-40B4-BE49-F238E27FC236}">
                <a16:creationId xmlns:a16="http://schemas.microsoft.com/office/drawing/2014/main" id="{B9A80FD1-0EB8-46CB-A78B-387511605AEC}"/>
              </a:ext>
            </a:extLst>
          </p:cNvPr>
          <p:cNvSpPr/>
          <p:nvPr/>
        </p:nvSpPr>
        <p:spPr>
          <a:xfrm>
            <a:off x="4154214" y="987574"/>
            <a:ext cx="1148953" cy="3703960"/>
          </a:xfrm>
          <a:custGeom>
            <a:avLst/>
            <a:gdLst>
              <a:gd name="connsiteX0" fmla="*/ 0 w 1148953"/>
              <a:gd name="connsiteY0" fmla="*/ 114895 h 3703960"/>
              <a:gd name="connsiteX1" fmla="*/ 114895 w 1148953"/>
              <a:gd name="connsiteY1" fmla="*/ 0 h 3703960"/>
              <a:gd name="connsiteX2" fmla="*/ 1034058 w 1148953"/>
              <a:gd name="connsiteY2" fmla="*/ 0 h 3703960"/>
              <a:gd name="connsiteX3" fmla="*/ 1148953 w 1148953"/>
              <a:gd name="connsiteY3" fmla="*/ 114895 h 3703960"/>
              <a:gd name="connsiteX4" fmla="*/ 1148953 w 1148953"/>
              <a:gd name="connsiteY4" fmla="*/ 3589065 h 3703960"/>
              <a:gd name="connsiteX5" fmla="*/ 1034058 w 1148953"/>
              <a:gd name="connsiteY5" fmla="*/ 3703960 h 3703960"/>
              <a:gd name="connsiteX6" fmla="*/ 114895 w 1148953"/>
              <a:gd name="connsiteY6" fmla="*/ 3703960 h 3703960"/>
              <a:gd name="connsiteX7" fmla="*/ 0 w 1148953"/>
              <a:gd name="connsiteY7" fmla="*/ 3589065 h 3703960"/>
              <a:gd name="connsiteX8" fmla="*/ 0 w 1148953"/>
              <a:gd name="connsiteY8" fmla="*/ 114895 h 3703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48953" h="3703960">
                <a:moveTo>
                  <a:pt x="0" y="114895"/>
                </a:moveTo>
                <a:cubicBezTo>
                  <a:pt x="0" y="51440"/>
                  <a:pt x="51440" y="0"/>
                  <a:pt x="114895" y="0"/>
                </a:cubicBezTo>
                <a:lnTo>
                  <a:pt x="1034058" y="0"/>
                </a:lnTo>
                <a:cubicBezTo>
                  <a:pt x="1097513" y="0"/>
                  <a:pt x="1148953" y="51440"/>
                  <a:pt x="1148953" y="114895"/>
                </a:cubicBezTo>
                <a:lnTo>
                  <a:pt x="1148953" y="3589065"/>
                </a:lnTo>
                <a:cubicBezTo>
                  <a:pt x="1148953" y="3652520"/>
                  <a:pt x="1097513" y="3703960"/>
                  <a:pt x="1034058" y="3703960"/>
                </a:cubicBezTo>
                <a:lnTo>
                  <a:pt x="114895" y="3703960"/>
                </a:lnTo>
                <a:cubicBezTo>
                  <a:pt x="51440" y="3703960"/>
                  <a:pt x="0" y="3652520"/>
                  <a:pt x="0" y="3589065"/>
                </a:cubicBezTo>
                <a:lnTo>
                  <a:pt x="0" y="114895"/>
                </a:lnTo>
                <a:close/>
              </a:path>
            </a:pathLst>
          </a:custGeom>
          <a:solidFill>
            <a:schemeClr val="bg2"/>
          </a:solidFill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0010" tIns="80010" rIns="80010" bIns="2672782" numCol="1" spcCol="1270" anchor="ctr" anchorCtr="0">
            <a:noAutofit/>
          </a:bodyPr>
          <a:lstStyle/>
          <a:p>
            <a:pPr marL="0" marR="0" lvl="0" indent="0" algn="ctr" defTabSz="9334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Mardi</a:t>
            </a:r>
          </a:p>
        </p:txBody>
      </p:sp>
      <p:sp>
        <p:nvSpPr>
          <p:cNvPr id="9" name="Forme libre : forme 8">
            <a:extLst>
              <a:ext uri="{FF2B5EF4-FFF2-40B4-BE49-F238E27FC236}">
                <a16:creationId xmlns:a16="http://schemas.microsoft.com/office/drawing/2014/main" id="{7671A834-FB68-41CF-A491-152E033272A8}"/>
              </a:ext>
            </a:extLst>
          </p:cNvPr>
          <p:cNvSpPr/>
          <p:nvPr/>
        </p:nvSpPr>
        <p:spPr>
          <a:xfrm>
            <a:off x="2954192" y="997920"/>
            <a:ext cx="1148953" cy="3703960"/>
          </a:xfrm>
          <a:custGeom>
            <a:avLst/>
            <a:gdLst>
              <a:gd name="connsiteX0" fmla="*/ 0 w 1148953"/>
              <a:gd name="connsiteY0" fmla="*/ 114895 h 3703960"/>
              <a:gd name="connsiteX1" fmla="*/ 114895 w 1148953"/>
              <a:gd name="connsiteY1" fmla="*/ 0 h 3703960"/>
              <a:gd name="connsiteX2" fmla="*/ 1034058 w 1148953"/>
              <a:gd name="connsiteY2" fmla="*/ 0 h 3703960"/>
              <a:gd name="connsiteX3" fmla="*/ 1148953 w 1148953"/>
              <a:gd name="connsiteY3" fmla="*/ 114895 h 3703960"/>
              <a:gd name="connsiteX4" fmla="*/ 1148953 w 1148953"/>
              <a:gd name="connsiteY4" fmla="*/ 3589065 h 3703960"/>
              <a:gd name="connsiteX5" fmla="*/ 1034058 w 1148953"/>
              <a:gd name="connsiteY5" fmla="*/ 3703960 h 3703960"/>
              <a:gd name="connsiteX6" fmla="*/ 114895 w 1148953"/>
              <a:gd name="connsiteY6" fmla="*/ 3703960 h 3703960"/>
              <a:gd name="connsiteX7" fmla="*/ 0 w 1148953"/>
              <a:gd name="connsiteY7" fmla="*/ 3589065 h 3703960"/>
              <a:gd name="connsiteX8" fmla="*/ 0 w 1148953"/>
              <a:gd name="connsiteY8" fmla="*/ 114895 h 3703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48953" h="3703960">
                <a:moveTo>
                  <a:pt x="0" y="114895"/>
                </a:moveTo>
                <a:cubicBezTo>
                  <a:pt x="0" y="51440"/>
                  <a:pt x="51440" y="0"/>
                  <a:pt x="114895" y="0"/>
                </a:cubicBezTo>
                <a:lnTo>
                  <a:pt x="1034058" y="0"/>
                </a:lnTo>
                <a:cubicBezTo>
                  <a:pt x="1097513" y="0"/>
                  <a:pt x="1148953" y="51440"/>
                  <a:pt x="1148953" y="114895"/>
                </a:cubicBezTo>
                <a:lnTo>
                  <a:pt x="1148953" y="3589065"/>
                </a:lnTo>
                <a:cubicBezTo>
                  <a:pt x="1148953" y="3652520"/>
                  <a:pt x="1097513" y="3703960"/>
                  <a:pt x="1034058" y="3703960"/>
                </a:cubicBezTo>
                <a:lnTo>
                  <a:pt x="114895" y="3703960"/>
                </a:lnTo>
                <a:cubicBezTo>
                  <a:pt x="51440" y="3703960"/>
                  <a:pt x="0" y="3652520"/>
                  <a:pt x="0" y="3589065"/>
                </a:cubicBezTo>
                <a:lnTo>
                  <a:pt x="0" y="114895"/>
                </a:lnTo>
                <a:close/>
              </a:path>
            </a:pathLst>
          </a:custGeom>
          <a:solidFill>
            <a:schemeClr val="bg2"/>
          </a:solidFill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0010" tIns="80010" rIns="80010" bIns="2672782" numCol="1" spcCol="1270" anchor="ctr" anchorCtr="0">
            <a:noAutofit/>
          </a:bodyPr>
          <a:lstStyle/>
          <a:p>
            <a:pPr marL="0" marR="0" lvl="0" indent="0" algn="ctr" defTabSz="9334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Lundi</a:t>
            </a:r>
          </a:p>
        </p:txBody>
      </p:sp>
      <p:sp>
        <p:nvSpPr>
          <p:cNvPr id="19" name="Forme libre : forme 18">
            <a:extLst>
              <a:ext uri="{FF2B5EF4-FFF2-40B4-BE49-F238E27FC236}">
                <a16:creationId xmlns:a16="http://schemas.microsoft.com/office/drawing/2014/main" id="{B0697CB2-4780-40D9-9DD8-BB17D15A52F0}"/>
              </a:ext>
            </a:extLst>
          </p:cNvPr>
          <p:cNvSpPr/>
          <p:nvPr/>
        </p:nvSpPr>
        <p:spPr>
          <a:xfrm>
            <a:off x="5389338" y="997920"/>
            <a:ext cx="1148953" cy="3703960"/>
          </a:xfrm>
          <a:custGeom>
            <a:avLst/>
            <a:gdLst>
              <a:gd name="connsiteX0" fmla="*/ 0 w 1148953"/>
              <a:gd name="connsiteY0" fmla="*/ 114895 h 3703960"/>
              <a:gd name="connsiteX1" fmla="*/ 114895 w 1148953"/>
              <a:gd name="connsiteY1" fmla="*/ 0 h 3703960"/>
              <a:gd name="connsiteX2" fmla="*/ 1034058 w 1148953"/>
              <a:gd name="connsiteY2" fmla="*/ 0 h 3703960"/>
              <a:gd name="connsiteX3" fmla="*/ 1148953 w 1148953"/>
              <a:gd name="connsiteY3" fmla="*/ 114895 h 3703960"/>
              <a:gd name="connsiteX4" fmla="*/ 1148953 w 1148953"/>
              <a:gd name="connsiteY4" fmla="*/ 3589065 h 3703960"/>
              <a:gd name="connsiteX5" fmla="*/ 1034058 w 1148953"/>
              <a:gd name="connsiteY5" fmla="*/ 3703960 h 3703960"/>
              <a:gd name="connsiteX6" fmla="*/ 114895 w 1148953"/>
              <a:gd name="connsiteY6" fmla="*/ 3703960 h 3703960"/>
              <a:gd name="connsiteX7" fmla="*/ 0 w 1148953"/>
              <a:gd name="connsiteY7" fmla="*/ 3589065 h 3703960"/>
              <a:gd name="connsiteX8" fmla="*/ 0 w 1148953"/>
              <a:gd name="connsiteY8" fmla="*/ 114895 h 3703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48953" h="3703960">
                <a:moveTo>
                  <a:pt x="0" y="114895"/>
                </a:moveTo>
                <a:cubicBezTo>
                  <a:pt x="0" y="51440"/>
                  <a:pt x="51440" y="0"/>
                  <a:pt x="114895" y="0"/>
                </a:cubicBezTo>
                <a:lnTo>
                  <a:pt x="1034058" y="0"/>
                </a:lnTo>
                <a:cubicBezTo>
                  <a:pt x="1097513" y="0"/>
                  <a:pt x="1148953" y="51440"/>
                  <a:pt x="1148953" y="114895"/>
                </a:cubicBezTo>
                <a:lnTo>
                  <a:pt x="1148953" y="3589065"/>
                </a:lnTo>
                <a:cubicBezTo>
                  <a:pt x="1148953" y="3652520"/>
                  <a:pt x="1097513" y="3703960"/>
                  <a:pt x="1034058" y="3703960"/>
                </a:cubicBezTo>
                <a:lnTo>
                  <a:pt x="114895" y="3703960"/>
                </a:lnTo>
                <a:cubicBezTo>
                  <a:pt x="51440" y="3703960"/>
                  <a:pt x="0" y="3652520"/>
                  <a:pt x="0" y="3589065"/>
                </a:cubicBezTo>
                <a:lnTo>
                  <a:pt x="0" y="114895"/>
                </a:lnTo>
                <a:close/>
              </a:path>
            </a:pathLst>
          </a:custGeom>
          <a:solidFill>
            <a:schemeClr val="bg2"/>
          </a:solidFill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0010" tIns="80010" rIns="80010" bIns="2672782" numCol="1" spcCol="1270" anchor="ctr" anchorCtr="0">
            <a:noAutofit/>
          </a:bodyPr>
          <a:lstStyle/>
          <a:p>
            <a:pPr marL="0" marR="0" lvl="0" indent="0" algn="ctr" defTabSz="9334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Mercredi</a:t>
            </a:r>
          </a:p>
        </p:txBody>
      </p:sp>
      <p:sp>
        <p:nvSpPr>
          <p:cNvPr id="24" name="Forme libre : forme 23">
            <a:extLst>
              <a:ext uri="{FF2B5EF4-FFF2-40B4-BE49-F238E27FC236}">
                <a16:creationId xmlns:a16="http://schemas.microsoft.com/office/drawing/2014/main" id="{C24E82B1-DF36-4067-A0FC-F5CBAE777F07}"/>
              </a:ext>
            </a:extLst>
          </p:cNvPr>
          <p:cNvSpPr/>
          <p:nvPr/>
        </p:nvSpPr>
        <p:spPr>
          <a:xfrm>
            <a:off x="6624464" y="987574"/>
            <a:ext cx="1148953" cy="3703960"/>
          </a:xfrm>
          <a:custGeom>
            <a:avLst/>
            <a:gdLst>
              <a:gd name="connsiteX0" fmla="*/ 0 w 1148953"/>
              <a:gd name="connsiteY0" fmla="*/ 114895 h 3703960"/>
              <a:gd name="connsiteX1" fmla="*/ 114895 w 1148953"/>
              <a:gd name="connsiteY1" fmla="*/ 0 h 3703960"/>
              <a:gd name="connsiteX2" fmla="*/ 1034058 w 1148953"/>
              <a:gd name="connsiteY2" fmla="*/ 0 h 3703960"/>
              <a:gd name="connsiteX3" fmla="*/ 1148953 w 1148953"/>
              <a:gd name="connsiteY3" fmla="*/ 114895 h 3703960"/>
              <a:gd name="connsiteX4" fmla="*/ 1148953 w 1148953"/>
              <a:gd name="connsiteY4" fmla="*/ 3589065 h 3703960"/>
              <a:gd name="connsiteX5" fmla="*/ 1034058 w 1148953"/>
              <a:gd name="connsiteY5" fmla="*/ 3703960 h 3703960"/>
              <a:gd name="connsiteX6" fmla="*/ 114895 w 1148953"/>
              <a:gd name="connsiteY6" fmla="*/ 3703960 h 3703960"/>
              <a:gd name="connsiteX7" fmla="*/ 0 w 1148953"/>
              <a:gd name="connsiteY7" fmla="*/ 3589065 h 3703960"/>
              <a:gd name="connsiteX8" fmla="*/ 0 w 1148953"/>
              <a:gd name="connsiteY8" fmla="*/ 114895 h 3703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48953" h="3703960">
                <a:moveTo>
                  <a:pt x="0" y="114895"/>
                </a:moveTo>
                <a:cubicBezTo>
                  <a:pt x="0" y="51440"/>
                  <a:pt x="51440" y="0"/>
                  <a:pt x="114895" y="0"/>
                </a:cubicBezTo>
                <a:lnTo>
                  <a:pt x="1034058" y="0"/>
                </a:lnTo>
                <a:cubicBezTo>
                  <a:pt x="1097513" y="0"/>
                  <a:pt x="1148953" y="51440"/>
                  <a:pt x="1148953" y="114895"/>
                </a:cubicBezTo>
                <a:lnTo>
                  <a:pt x="1148953" y="3589065"/>
                </a:lnTo>
                <a:cubicBezTo>
                  <a:pt x="1148953" y="3652520"/>
                  <a:pt x="1097513" y="3703960"/>
                  <a:pt x="1034058" y="3703960"/>
                </a:cubicBezTo>
                <a:lnTo>
                  <a:pt x="114895" y="3703960"/>
                </a:lnTo>
                <a:cubicBezTo>
                  <a:pt x="51440" y="3703960"/>
                  <a:pt x="0" y="3652520"/>
                  <a:pt x="0" y="3589065"/>
                </a:cubicBezTo>
                <a:lnTo>
                  <a:pt x="0" y="114895"/>
                </a:lnTo>
                <a:close/>
              </a:path>
            </a:pathLst>
          </a:custGeom>
          <a:solidFill>
            <a:schemeClr val="bg2"/>
          </a:solidFill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0010" tIns="80010" rIns="80010" bIns="2672782" numCol="1" spcCol="1270" anchor="ctr" anchorCtr="0">
            <a:noAutofit/>
          </a:bodyPr>
          <a:lstStyle/>
          <a:p>
            <a:pPr marL="0" marR="0" lvl="0" indent="0" algn="ctr" defTabSz="9334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Jeudi</a:t>
            </a:r>
          </a:p>
        </p:txBody>
      </p:sp>
      <p:sp>
        <p:nvSpPr>
          <p:cNvPr id="29" name="Forme libre : forme 28">
            <a:extLst>
              <a:ext uri="{FF2B5EF4-FFF2-40B4-BE49-F238E27FC236}">
                <a16:creationId xmlns:a16="http://schemas.microsoft.com/office/drawing/2014/main" id="{3A85C31A-DA8C-43FE-B604-99AAAC588FE7}"/>
              </a:ext>
            </a:extLst>
          </p:cNvPr>
          <p:cNvSpPr/>
          <p:nvPr/>
        </p:nvSpPr>
        <p:spPr>
          <a:xfrm>
            <a:off x="7817526" y="987574"/>
            <a:ext cx="1148953" cy="3703960"/>
          </a:xfrm>
          <a:custGeom>
            <a:avLst/>
            <a:gdLst>
              <a:gd name="connsiteX0" fmla="*/ 0 w 1148953"/>
              <a:gd name="connsiteY0" fmla="*/ 114895 h 3703960"/>
              <a:gd name="connsiteX1" fmla="*/ 114895 w 1148953"/>
              <a:gd name="connsiteY1" fmla="*/ 0 h 3703960"/>
              <a:gd name="connsiteX2" fmla="*/ 1034058 w 1148953"/>
              <a:gd name="connsiteY2" fmla="*/ 0 h 3703960"/>
              <a:gd name="connsiteX3" fmla="*/ 1148953 w 1148953"/>
              <a:gd name="connsiteY3" fmla="*/ 114895 h 3703960"/>
              <a:gd name="connsiteX4" fmla="*/ 1148953 w 1148953"/>
              <a:gd name="connsiteY4" fmla="*/ 3589065 h 3703960"/>
              <a:gd name="connsiteX5" fmla="*/ 1034058 w 1148953"/>
              <a:gd name="connsiteY5" fmla="*/ 3703960 h 3703960"/>
              <a:gd name="connsiteX6" fmla="*/ 114895 w 1148953"/>
              <a:gd name="connsiteY6" fmla="*/ 3703960 h 3703960"/>
              <a:gd name="connsiteX7" fmla="*/ 0 w 1148953"/>
              <a:gd name="connsiteY7" fmla="*/ 3589065 h 3703960"/>
              <a:gd name="connsiteX8" fmla="*/ 0 w 1148953"/>
              <a:gd name="connsiteY8" fmla="*/ 114895 h 3703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48953" h="3703960">
                <a:moveTo>
                  <a:pt x="0" y="114895"/>
                </a:moveTo>
                <a:cubicBezTo>
                  <a:pt x="0" y="51440"/>
                  <a:pt x="51440" y="0"/>
                  <a:pt x="114895" y="0"/>
                </a:cubicBezTo>
                <a:lnTo>
                  <a:pt x="1034058" y="0"/>
                </a:lnTo>
                <a:cubicBezTo>
                  <a:pt x="1097513" y="0"/>
                  <a:pt x="1148953" y="51440"/>
                  <a:pt x="1148953" y="114895"/>
                </a:cubicBezTo>
                <a:lnTo>
                  <a:pt x="1148953" y="3589065"/>
                </a:lnTo>
                <a:cubicBezTo>
                  <a:pt x="1148953" y="3652520"/>
                  <a:pt x="1097513" y="3703960"/>
                  <a:pt x="1034058" y="3703960"/>
                </a:cubicBezTo>
                <a:lnTo>
                  <a:pt x="114895" y="3703960"/>
                </a:lnTo>
                <a:cubicBezTo>
                  <a:pt x="51440" y="3703960"/>
                  <a:pt x="0" y="3652520"/>
                  <a:pt x="0" y="3589065"/>
                </a:cubicBezTo>
                <a:lnTo>
                  <a:pt x="0" y="114895"/>
                </a:lnTo>
                <a:close/>
              </a:path>
            </a:pathLst>
          </a:custGeom>
          <a:solidFill>
            <a:schemeClr val="bg2"/>
          </a:solidFill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0010" tIns="80010" rIns="80010" bIns="2672782" numCol="1" spcCol="1270" anchor="ctr" anchorCtr="0">
            <a:noAutofit/>
          </a:bodyPr>
          <a:lstStyle/>
          <a:p>
            <a:pPr marL="0" marR="0" lvl="0" indent="0" algn="ctr" defTabSz="9334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Vendredi</a:t>
            </a:r>
          </a:p>
        </p:txBody>
      </p:sp>
      <p:sp>
        <p:nvSpPr>
          <p:cNvPr id="4" name="ZoneTexte 3"/>
          <p:cNvSpPr txBox="1"/>
          <p:nvPr/>
        </p:nvSpPr>
        <p:spPr>
          <a:xfrm>
            <a:off x="2915815" y="339272"/>
            <a:ext cx="6048672" cy="510778"/>
          </a:xfrm>
          <a:prstGeom prst="round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semaine 3</a:t>
            </a:r>
            <a:endParaRPr kumimoji="0" lang="fr-FR" sz="18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ZoneTexte 7"/>
          <p:cNvSpPr txBox="1"/>
          <p:nvPr/>
        </p:nvSpPr>
        <p:spPr>
          <a:xfrm>
            <a:off x="8113194" y="1094177"/>
            <a:ext cx="691314" cy="289441"/>
          </a:xfrm>
          <a:prstGeom prst="roundRect">
            <a:avLst/>
          </a:prstGeom>
          <a:solidFill>
            <a:schemeClr val="bg2">
              <a:lumMod val="75000"/>
            </a:schemeClr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Quiz </a:t>
            </a:r>
            <a:r>
              <a:rPr lang="fr-FR" sz="1100" b="1" dirty="0">
                <a:solidFill>
                  <a:prstClr val="white"/>
                </a:solidFill>
                <a:latin typeface="Calibri"/>
              </a:rPr>
              <a:t>JS1</a:t>
            </a:r>
            <a:endParaRPr kumimoji="0" lang="fr-FR" sz="11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Forme libre : forme 28">
            <a:extLst>
              <a:ext uri="{FF2B5EF4-FFF2-40B4-BE49-F238E27FC236}">
                <a16:creationId xmlns:a16="http://schemas.microsoft.com/office/drawing/2014/main" id="{07B56FB2-ACEB-DA07-4DB0-402A8D58C941}"/>
              </a:ext>
            </a:extLst>
          </p:cNvPr>
          <p:cNvSpPr/>
          <p:nvPr/>
        </p:nvSpPr>
        <p:spPr>
          <a:xfrm>
            <a:off x="3068418" y="3303510"/>
            <a:ext cx="903000" cy="530276"/>
          </a:xfrm>
          <a:custGeom>
            <a:avLst/>
            <a:gdLst>
              <a:gd name="connsiteX0" fmla="*/ 0 w 919162"/>
              <a:gd name="connsiteY0" fmla="*/ 56438 h 564384"/>
              <a:gd name="connsiteX1" fmla="*/ 56438 w 919162"/>
              <a:gd name="connsiteY1" fmla="*/ 0 h 564384"/>
              <a:gd name="connsiteX2" fmla="*/ 862724 w 919162"/>
              <a:gd name="connsiteY2" fmla="*/ 0 h 564384"/>
              <a:gd name="connsiteX3" fmla="*/ 919162 w 919162"/>
              <a:gd name="connsiteY3" fmla="*/ 56438 h 564384"/>
              <a:gd name="connsiteX4" fmla="*/ 919162 w 919162"/>
              <a:gd name="connsiteY4" fmla="*/ 507946 h 564384"/>
              <a:gd name="connsiteX5" fmla="*/ 862724 w 919162"/>
              <a:gd name="connsiteY5" fmla="*/ 564384 h 564384"/>
              <a:gd name="connsiteX6" fmla="*/ 56438 w 919162"/>
              <a:gd name="connsiteY6" fmla="*/ 564384 h 564384"/>
              <a:gd name="connsiteX7" fmla="*/ 0 w 919162"/>
              <a:gd name="connsiteY7" fmla="*/ 507946 h 564384"/>
              <a:gd name="connsiteX8" fmla="*/ 0 w 919162"/>
              <a:gd name="connsiteY8" fmla="*/ 56438 h 564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19162" h="564384">
                <a:moveTo>
                  <a:pt x="0" y="56438"/>
                </a:moveTo>
                <a:cubicBezTo>
                  <a:pt x="0" y="25268"/>
                  <a:pt x="25268" y="0"/>
                  <a:pt x="56438" y="0"/>
                </a:cubicBezTo>
                <a:lnTo>
                  <a:pt x="862724" y="0"/>
                </a:lnTo>
                <a:cubicBezTo>
                  <a:pt x="893894" y="0"/>
                  <a:pt x="919162" y="25268"/>
                  <a:pt x="919162" y="56438"/>
                </a:cubicBezTo>
                <a:lnTo>
                  <a:pt x="919162" y="507946"/>
                </a:lnTo>
                <a:cubicBezTo>
                  <a:pt x="919162" y="539116"/>
                  <a:pt x="893894" y="564384"/>
                  <a:pt x="862724" y="564384"/>
                </a:cubicBezTo>
                <a:lnTo>
                  <a:pt x="56438" y="564384"/>
                </a:lnTo>
                <a:cubicBezTo>
                  <a:pt x="25268" y="564384"/>
                  <a:pt x="0" y="539116"/>
                  <a:pt x="0" y="507946"/>
                </a:cubicBezTo>
                <a:lnTo>
                  <a:pt x="0" y="56438"/>
                </a:lnTo>
                <a:close/>
              </a:path>
            </a:pathLst>
          </a:custGeom>
          <a:solidFill>
            <a:srgbClr val="92D050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4310" tIns="29865" rIns="34310" bIns="29865" numCol="1" spcCol="1270" anchor="ctr" anchorCtr="0">
            <a:noAutofit/>
          </a:bodyPr>
          <a:lstStyle/>
          <a:p>
            <a:pPr marL="0" lvl="0" indent="0"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FR" sz="700" kern="1200" dirty="0"/>
              <a:t>EXERCICE MODIFIER DYNAMIQUEMENT VOS PAGES  </a:t>
            </a:r>
          </a:p>
        </p:txBody>
      </p:sp>
      <p:sp>
        <p:nvSpPr>
          <p:cNvPr id="3" name="Forme libre : forme 2">
            <a:extLst>
              <a:ext uri="{FF2B5EF4-FFF2-40B4-BE49-F238E27FC236}">
                <a16:creationId xmlns:a16="http://schemas.microsoft.com/office/drawing/2014/main" id="{967CCB35-D77D-4B28-2413-7A448D7AF43C}"/>
              </a:ext>
            </a:extLst>
          </p:cNvPr>
          <p:cNvSpPr/>
          <p:nvPr/>
        </p:nvSpPr>
        <p:spPr>
          <a:xfrm>
            <a:off x="4256067" y="1755037"/>
            <a:ext cx="965215" cy="538269"/>
          </a:xfrm>
          <a:custGeom>
            <a:avLst/>
            <a:gdLst>
              <a:gd name="connsiteX0" fmla="*/ 0 w 919162"/>
              <a:gd name="connsiteY0" fmla="*/ 56438 h 564384"/>
              <a:gd name="connsiteX1" fmla="*/ 56438 w 919162"/>
              <a:gd name="connsiteY1" fmla="*/ 0 h 564384"/>
              <a:gd name="connsiteX2" fmla="*/ 862724 w 919162"/>
              <a:gd name="connsiteY2" fmla="*/ 0 h 564384"/>
              <a:gd name="connsiteX3" fmla="*/ 919162 w 919162"/>
              <a:gd name="connsiteY3" fmla="*/ 56438 h 564384"/>
              <a:gd name="connsiteX4" fmla="*/ 919162 w 919162"/>
              <a:gd name="connsiteY4" fmla="*/ 507946 h 564384"/>
              <a:gd name="connsiteX5" fmla="*/ 862724 w 919162"/>
              <a:gd name="connsiteY5" fmla="*/ 564384 h 564384"/>
              <a:gd name="connsiteX6" fmla="*/ 56438 w 919162"/>
              <a:gd name="connsiteY6" fmla="*/ 564384 h 564384"/>
              <a:gd name="connsiteX7" fmla="*/ 0 w 919162"/>
              <a:gd name="connsiteY7" fmla="*/ 507946 h 564384"/>
              <a:gd name="connsiteX8" fmla="*/ 0 w 919162"/>
              <a:gd name="connsiteY8" fmla="*/ 56438 h 564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19162" h="564384">
                <a:moveTo>
                  <a:pt x="0" y="56438"/>
                </a:moveTo>
                <a:cubicBezTo>
                  <a:pt x="0" y="25268"/>
                  <a:pt x="25268" y="0"/>
                  <a:pt x="56438" y="0"/>
                </a:cubicBezTo>
                <a:lnTo>
                  <a:pt x="862724" y="0"/>
                </a:lnTo>
                <a:cubicBezTo>
                  <a:pt x="893894" y="0"/>
                  <a:pt x="919162" y="25268"/>
                  <a:pt x="919162" y="56438"/>
                </a:cubicBezTo>
                <a:lnTo>
                  <a:pt x="919162" y="507946"/>
                </a:lnTo>
                <a:cubicBezTo>
                  <a:pt x="919162" y="539116"/>
                  <a:pt x="893894" y="564384"/>
                  <a:pt x="862724" y="564384"/>
                </a:cubicBezTo>
                <a:lnTo>
                  <a:pt x="56438" y="564384"/>
                </a:lnTo>
                <a:cubicBezTo>
                  <a:pt x="25268" y="564384"/>
                  <a:pt x="0" y="539116"/>
                  <a:pt x="0" y="507946"/>
                </a:cubicBezTo>
                <a:lnTo>
                  <a:pt x="0" y="56438"/>
                </a:lnTo>
                <a:close/>
              </a:path>
            </a:pathLst>
          </a:custGeom>
          <a:solidFill>
            <a:schemeClr val="accent3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850" tIns="31770" rIns="36850" bIns="31770" numCol="1" spcCol="1270" anchor="ctr" anchorCtr="0">
            <a:noAutofit/>
          </a:bodyPr>
          <a:lstStyle/>
          <a:p>
            <a:pPr marL="0" marR="0" lvl="0" indent="0" algn="ctr" defTabSz="3556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fr-FR" sz="800" dirty="0">
                <a:solidFill>
                  <a:prstClr val="white"/>
                </a:solidFill>
                <a:latin typeface="Calibri"/>
              </a:rPr>
              <a:t>LES STRUCTURES DE CONTRÔLE ET BOUCLE</a:t>
            </a:r>
            <a:endParaRPr kumimoji="0" lang="fr-FR" sz="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Forme libre : forme 16">
            <a:extLst>
              <a:ext uri="{FF2B5EF4-FFF2-40B4-BE49-F238E27FC236}">
                <a16:creationId xmlns:a16="http://schemas.microsoft.com/office/drawing/2014/main" id="{892F032B-6EE5-B28F-D732-528F222F5A77}"/>
              </a:ext>
            </a:extLst>
          </p:cNvPr>
          <p:cNvSpPr/>
          <p:nvPr/>
        </p:nvSpPr>
        <p:spPr>
          <a:xfrm>
            <a:off x="5491830" y="2446348"/>
            <a:ext cx="943970" cy="556734"/>
          </a:xfrm>
          <a:custGeom>
            <a:avLst/>
            <a:gdLst>
              <a:gd name="connsiteX0" fmla="*/ 0 w 919162"/>
              <a:gd name="connsiteY0" fmla="*/ 56438 h 564384"/>
              <a:gd name="connsiteX1" fmla="*/ 56438 w 919162"/>
              <a:gd name="connsiteY1" fmla="*/ 0 h 564384"/>
              <a:gd name="connsiteX2" fmla="*/ 862724 w 919162"/>
              <a:gd name="connsiteY2" fmla="*/ 0 h 564384"/>
              <a:gd name="connsiteX3" fmla="*/ 919162 w 919162"/>
              <a:gd name="connsiteY3" fmla="*/ 56438 h 564384"/>
              <a:gd name="connsiteX4" fmla="*/ 919162 w 919162"/>
              <a:gd name="connsiteY4" fmla="*/ 507946 h 564384"/>
              <a:gd name="connsiteX5" fmla="*/ 862724 w 919162"/>
              <a:gd name="connsiteY5" fmla="*/ 564384 h 564384"/>
              <a:gd name="connsiteX6" fmla="*/ 56438 w 919162"/>
              <a:gd name="connsiteY6" fmla="*/ 564384 h 564384"/>
              <a:gd name="connsiteX7" fmla="*/ 0 w 919162"/>
              <a:gd name="connsiteY7" fmla="*/ 507946 h 564384"/>
              <a:gd name="connsiteX8" fmla="*/ 0 w 919162"/>
              <a:gd name="connsiteY8" fmla="*/ 56438 h 564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19162" h="564384">
                <a:moveTo>
                  <a:pt x="0" y="56438"/>
                </a:moveTo>
                <a:cubicBezTo>
                  <a:pt x="0" y="25268"/>
                  <a:pt x="25268" y="0"/>
                  <a:pt x="56438" y="0"/>
                </a:cubicBezTo>
                <a:lnTo>
                  <a:pt x="862724" y="0"/>
                </a:lnTo>
                <a:cubicBezTo>
                  <a:pt x="893894" y="0"/>
                  <a:pt x="919162" y="25268"/>
                  <a:pt x="919162" y="56438"/>
                </a:cubicBezTo>
                <a:lnTo>
                  <a:pt x="919162" y="507946"/>
                </a:lnTo>
                <a:cubicBezTo>
                  <a:pt x="919162" y="539116"/>
                  <a:pt x="893894" y="564384"/>
                  <a:pt x="862724" y="564384"/>
                </a:cubicBezTo>
                <a:lnTo>
                  <a:pt x="56438" y="564384"/>
                </a:lnTo>
                <a:cubicBezTo>
                  <a:pt x="25268" y="564384"/>
                  <a:pt x="0" y="539116"/>
                  <a:pt x="0" y="507946"/>
                </a:cubicBezTo>
                <a:lnTo>
                  <a:pt x="0" y="56438"/>
                </a:lnTo>
                <a:close/>
              </a:path>
            </a:pathLst>
          </a:custGeom>
          <a:solidFill>
            <a:srgbClr val="FFC000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4470" tIns="37485" rIns="44470" bIns="37485" numCol="1" spcCol="1270" anchor="ctr" anchorCtr="0">
            <a:noAutofit/>
          </a:bodyPr>
          <a:lstStyle/>
          <a:p>
            <a:pPr marL="0" marR="0" lvl="0" indent="0" algn="ctr" defTabSz="466725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fr-FR" sz="800" dirty="0">
                <a:solidFill>
                  <a:prstClr val="white"/>
                </a:solidFill>
                <a:latin typeface="Calibri"/>
              </a:rPr>
              <a:t>LES FONCTIONS</a:t>
            </a:r>
            <a:endParaRPr kumimoji="0" lang="fr-FR" sz="8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Forme libre : forme 17">
            <a:extLst>
              <a:ext uri="{FF2B5EF4-FFF2-40B4-BE49-F238E27FC236}">
                <a16:creationId xmlns:a16="http://schemas.microsoft.com/office/drawing/2014/main" id="{B0D465B0-5787-391D-D6FA-3F40D4DF65E6}"/>
              </a:ext>
            </a:extLst>
          </p:cNvPr>
          <p:cNvSpPr/>
          <p:nvPr/>
        </p:nvSpPr>
        <p:spPr>
          <a:xfrm>
            <a:off x="6732240" y="1755037"/>
            <a:ext cx="905878" cy="535173"/>
          </a:xfrm>
          <a:custGeom>
            <a:avLst/>
            <a:gdLst>
              <a:gd name="connsiteX0" fmla="*/ 0 w 919162"/>
              <a:gd name="connsiteY0" fmla="*/ 56438 h 564384"/>
              <a:gd name="connsiteX1" fmla="*/ 56438 w 919162"/>
              <a:gd name="connsiteY1" fmla="*/ 0 h 564384"/>
              <a:gd name="connsiteX2" fmla="*/ 862724 w 919162"/>
              <a:gd name="connsiteY2" fmla="*/ 0 h 564384"/>
              <a:gd name="connsiteX3" fmla="*/ 919162 w 919162"/>
              <a:gd name="connsiteY3" fmla="*/ 56438 h 564384"/>
              <a:gd name="connsiteX4" fmla="*/ 919162 w 919162"/>
              <a:gd name="connsiteY4" fmla="*/ 507946 h 564384"/>
              <a:gd name="connsiteX5" fmla="*/ 862724 w 919162"/>
              <a:gd name="connsiteY5" fmla="*/ 564384 h 564384"/>
              <a:gd name="connsiteX6" fmla="*/ 56438 w 919162"/>
              <a:gd name="connsiteY6" fmla="*/ 564384 h 564384"/>
              <a:gd name="connsiteX7" fmla="*/ 0 w 919162"/>
              <a:gd name="connsiteY7" fmla="*/ 507946 h 564384"/>
              <a:gd name="connsiteX8" fmla="*/ 0 w 919162"/>
              <a:gd name="connsiteY8" fmla="*/ 56438 h 564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19162" h="564384">
                <a:moveTo>
                  <a:pt x="0" y="56438"/>
                </a:moveTo>
                <a:cubicBezTo>
                  <a:pt x="0" y="25268"/>
                  <a:pt x="25268" y="0"/>
                  <a:pt x="56438" y="0"/>
                </a:cubicBezTo>
                <a:lnTo>
                  <a:pt x="862724" y="0"/>
                </a:lnTo>
                <a:cubicBezTo>
                  <a:pt x="893894" y="0"/>
                  <a:pt x="919162" y="25268"/>
                  <a:pt x="919162" y="56438"/>
                </a:cubicBezTo>
                <a:lnTo>
                  <a:pt x="919162" y="507946"/>
                </a:lnTo>
                <a:cubicBezTo>
                  <a:pt x="919162" y="539116"/>
                  <a:pt x="893894" y="564384"/>
                  <a:pt x="862724" y="564384"/>
                </a:cubicBezTo>
                <a:lnTo>
                  <a:pt x="56438" y="564384"/>
                </a:lnTo>
                <a:cubicBezTo>
                  <a:pt x="25268" y="564384"/>
                  <a:pt x="0" y="539116"/>
                  <a:pt x="0" y="507946"/>
                </a:cubicBezTo>
                <a:lnTo>
                  <a:pt x="0" y="56438"/>
                </a:lnTo>
                <a:close/>
              </a:path>
            </a:pathLst>
          </a:custGeom>
          <a:solidFill>
            <a:srgbClr val="FFC000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4470" tIns="37485" rIns="44470" bIns="37485" numCol="1" spcCol="1270" anchor="ctr" anchorCtr="0">
            <a:noAutofit/>
          </a:bodyPr>
          <a:lstStyle/>
          <a:p>
            <a:pPr algn="ctr" defTabSz="46672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kumimoji="0" lang="fr-FR" sz="8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LES EVENTS  &amp; REQUEST ANIMATION</a:t>
            </a:r>
          </a:p>
        </p:txBody>
      </p:sp>
      <p:sp>
        <p:nvSpPr>
          <p:cNvPr id="26" name="Forme libre : forme 25">
            <a:extLst>
              <a:ext uri="{FF2B5EF4-FFF2-40B4-BE49-F238E27FC236}">
                <a16:creationId xmlns:a16="http://schemas.microsoft.com/office/drawing/2014/main" id="{12BEAC6B-519B-779F-0A93-4392B07D3C42}"/>
              </a:ext>
            </a:extLst>
          </p:cNvPr>
          <p:cNvSpPr/>
          <p:nvPr/>
        </p:nvSpPr>
        <p:spPr>
          <a:xfrm>
            <a:off x="6739359" y="3993222"/>
            <a:ext cx="919162" cy="564384"/>
          </a:xfrm>
          <a:custGeom>
            <a:avLst/>
            <a:gdLst>
              <a:gd name="connsiteX0" fmla="*/ 0 w 919162"/>
              <a:gd name="connsiteY0" fmla="*/ 56438 h 564384"/>
              <a:gd name="connsiteX1" fmla="*/ 56438 w 919162"/>
              <a:gd name="connsiteY1" fmla="*/ 0 h 564384"/>
              <a:gd name="connsiteX2" fmla="*/ 862724 w 919162"/>
              <a:gd name="connsiteY2" fmla="*/ 0 h 564384"/>
              <a:gd name="connsiteX3" fmla="*/ 919162 w 919162"/>
              <a:gd name="connsiteY3" fmla="*/ 56438 h 564384"/>
              <a:gd name="connsiteX4" fmla="*/ 919162 w 919162"/>
              <a:gd name="connsiteY4" fmla="*/ 507946 h 564384"/>
              <a:gd name="connsiteX5" fmla="*/ 862724 w 919162"/>
              <a:gd name="connsiteY5" fmla="*/ 564384 h 564384"/>
              <a:gd name="connsiteX6" fmla="*/ 56438 w 919162"/>
              <a:gd name="connsiteY6" fmla="*/ 564384 h 564384"/>
              <a:gd name="connsiteX7" fmla="*/ 0 w 919162"/>
              <a:gd name="connsiteY7" fmla="*/ 507946 h 564384"/>
              <a:gd name="connsiteX8" fmla="*/ 0 w 919162"/>
              <a:gd name="connsiteY8" fmla="*/ 56438 h 564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19162" h="564384">
                <a:moveTo>
                  <a:pt x="0" y="56438"/>
                </a:moveTo>
                <a:cubicBezTo>
                  <a:pt x="0" y="25268"/>
                  <a:pt x="25268" y="0"/>
                  <a:pt x="56438" y="0"/>
                </a:cubicBezTo>
                <a:lnTo>
                  <a:pt x="862724" y="0"/>
                </a:lnTo>
                <a:cubicBezTo>
                  <a:pt x="893894" y="0"/>
                  <a:pt x="919162" y="25268"/>
                  <a:pt x="919162" y="56438"/>
                </a:cubicBezTo>
                <a:lnTo>
                  <a:pt x="919162" y="507946"/>
                </a:lnTo>
                <a:cubicBezTo>
                  <a:pt x="919162" y="539116"/>
                  <a:pt x="893894" y="564384"/>
                  <a:pt x="862724" y="564384"/>
                </a:cubicBezTo>
                <a:lnTo>
                  <a:pt x="56438" y="564384"/>
                </a:lnTo>
                <a:cubicBezTo>
                  <a:pt x="25268" y="564384"/>
                  <a:pt x="0" y="539116"/>
                  <a:pt x="0" y="507946"/>
                </a:cubicBezTo>
                <a:lnTo>
                  <a:pt x="0" y="56438"/>
                </a:lnTo>
                <a:close/>
              </a:path>
            </a:pathLst>
          </a:custGeom>
          <a:solidFill>
            <a:srgbClr val="92D050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4470" tIns="37485" rIns="44470" bIns="37485" numCol="1" spcCol="1270" anchor="ctr" anchorCtr="0">
            <a:noAutofit/>
          </a:bodyPr>
          <a:lstStyle/>
          <a:p>
            <a:pPr marL="0" marR="0" lvl="0" indent="0" algn="ctr" defTabSz="466725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fr-FR" sz="800" dirty="0">
                <a:solidFill>
                  <a:prstClr val="white"/>
                </a:solidFill>
                <a:latin typeface="Calibri"/>
              </a:rPr>
              <a:t>EXERCICE BUILDING TAPTOUCHE</a:t>
            </a:r>
            <a:endParaRPr kumimoji="0" lang="fr-FR" sz="8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Forme libre : forme 26">
            <a:extLst>
              <a:ext uri="{FF2B5EF4-FFF2-40B4-BE49-F238E27FC236}">
                <a16:creationId xmlns:a16="http://schemas.microsoft.com/office/drawing/2014/main" id="{01CA7765-C6F6-70D3-2EDB-2280BBE9D5AA}"/>
              </a:ext>
            </a:extLst>
          </p:cNvPr>
          <p:cNvSpPr/>
          <p:nvPr/>
        </p:nvSpPr>
        <p:spPr>
          <a:xfrm>
            <a:off x="6732240" y="2446308"/>
            <a:ext cx="919162" cy="545810"/>
          </a:xfrm>
          <a:custGeom>
            <a:avLst/>
            <a:gdLst>
              <a:gd name="connsiteX0" fmla="*/ 0 w 919162"/>
              <a:gd name="connsiteY0" fmla="*/ 56438 h 564384"/>
              <a:gd name="connsiteX1" fmla="*/ 56438 w 919162"/>
              <a:gd name="connsiteY1" fmla="*/ 0 h 564384"/>
              <a:gd name="connsiteX2" fmla="*/ 862724 w 919162"/>
              <a:gd name="connsiteY2" fmla="*/ 0 h 564384"/>
              <a:gd name="connsiteX3" fmla="*/ 919162 w 919162"/>
              <a:gd name="connsiteY3" fmla="*/ 56438 h 564384"/>
              <a:gd name="connsiteX4" fmla="*/ 919162 w 919162"/>
              <a:gd name="connsiteY4" fmla="*/ 507946 h 564384"/>
              <a:gd name="connsiteX5" fmla="*/ 862724 w 919162"/>
              <a:gd name="connsiteY5" fmla="*/ 564384 h 564384"/>
              <a:gd name="connsiteX6" fmla="*/ 56438 w 919162"/>
              <a:gd name="connsiteY6" fmla="*/ 564384 h 564384"/>
              <a:gd name="connsiteX7" fmla="*/ 0 w 919162"/>
              <a:gd name="connsiteY7" fmla="*/ 507946 h 564384"/>
              <a:gd name="connsiteX8" fmla="*/ 0 w 919162"/>
              <a:gd name="connsiteY8" fmla="*/ 56438 h 564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19162" h="564384">
                <a:moveTo>
                  <a:pt x="0" y="56438"/>
                </a:moveTo>
                <a:cubicBezTo>
                  <a:pt x="0" y="25268"/>
                  <a:pt x="25268" y="0"/>
                  <a:pt x="56438" y="0"/>
                </a:cubicBezTo>
                <a:lnTo>
                  <a:pt x="862724" y="0"/>
                </a:lnTo>
                <a:cubicBezTo>
                  <a:pt x="893894" y="0"/>
                  <a:pt x="919162" y="25268"/>
                  <a:pt x="919162" y="56438"/>
                </a:cubicBezTo>
                <a:lnTo>
                  <a:pt x="919162" y="507946"/>
                </a:lnTo>
                <a:cubicBezTo>
                  <a:pt x="919162" y="539116"/>
                  <a:pt x="893894" y="564384"/>
                  <a:pt x="862724" y="564384"/>
                </a:cubicBezTo>
                <a:lnTo>
                  <a:pt x="56438" y="564384"/>
                </a:lnTo>
                <a:cubicBezTo>
                  <a:pt x="25268" y="564384"/>
                  <a:pt x="0" y="539116"/>
                  <a:pt x="0" y="507946"/>
                </a:cubicBezTo>
                <a:lnTo>
                  <a:pt x="0" y="56438"/>
                </a:lnTo>
                <a:close/>
              </a:path>
            </a:pathLst>
          </a:custGeom>
          <a:solidFill>
            <a:srgbClr val="92D050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4470" tIns="37485" rIns="44470" bIns="37485" numCol="1" spcCol="1270" anchor="ctr" anchorCtr="0">
            <a:noAutofit/>
          </a:bodyPr>
          <a:lstStyle/>
          <a:p>
            <a:pPr marL="0" marR="0" lvl="0" indent="0" algn="ctr" defTabSz="466725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fr-FR" sz="800" dirty="0">
                <a:solidFill>
                  <a:prstClr val="white"/>
                </a:solidFill>
                <a:latin typeface="Calibri"/>
              </a:rPr>
              <a:t>EXERCICE BUILDING TAPTOUCHE</a:t>
            </a:r>
            <a:endParaRPr kumimoji="0" lang="fr-FR" sz="8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1" name="Forme libre : forme 40">
            <a:extLst>
              <a:ext uri="{FF2B5EF4-FFF2-40B4-BE49-F238E27FC236}">
                <a16:creationId xmlns:a16="http://schemas.microsoft.com/office/drawing/2014/main" id="{9B1C9D76-E073-4EA8-0758-8F0BB00F0931}"/>
              </a:ext>
            </a:extLst>
          </p:cNvPr>
          <p:cNvSpPr/>
          <p:nvPr/>
        </p:nvSpPr>
        <p:spPr>
          <a:xfrm>
            <a:off x="7956376" y="2446308"/>
            <a:ext cx="919162" cy="557490"/>
          </a:xfrm>
          <a:custGeom>
            <a:avLst/>
            <a:gdLst>
              <a:gd name="connsiteX0" fmla="*/ 0 w 919162"/>
              <a:gd name="connsiteY0" fmla="*/ 56438 h 564384"/>
              <a:gd name="connsiteX1" fmla="*/ 56438 w 919162"/>
              <a:gd name="connsiteY1" fmla="*/ 0 h 564384"/>
              <a:gd name="connsiteX2" fmla="*/ 862724 w 919162"/>
              <a:gd name="connsiteY2" fmla="*/ 0 h 564384"/>
              <a:gd name="connsiteX3" fmla="*/ 919162 w 919162"/>
              <a:gd name="connsiteY3" fmla="*/ 56438 h 564384"/>
              <a:gd name="connsiteX4" fmla="*/ 919162 w 919162"/>
              <a:gd name="connsiteY4" fmla="*/ 507946 h 564384"/>
              <a:gd name="connsiteX5" fmla="*/ 862724 w 919162"/>
              <a:gd name="connsiteY5" fmla="*/ 564384 h 564384"/>
              <a:gd name="connsiteX6" fmla="*/ 56438 w 919162"/>
              <a:gd name="connsiteY6" fmla="*/ 564384 h 564384"/>
              <a:gd name="connsiteX7" fmla="*/ 0 w 919162"/>
              <a:gd name="connsiteY7" fmla="*/ 507946 h 564384"/>
              <a:gd name="connsiteX8" fmla="*/ 0 w 919162"/>
              <a:gd name="connsiteY8" fmla="*/ 56438 h 564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19162" h="564384">
                <a:moveTo>
                  <a:pt x="0" y="56438"/>
                </a:moveTo>
                <a:cubicBezTo>
                  <a:pt x="0" y="25268"/>
                  <a:pt x="25268" y="0"/>
                  <a:pt x="56438" y="0"/>
                </a:cubicBezTo>
                <a:lnTo>
                  <a:pt x="862724" y="0"/>
                </a:lnTo>
                <a:cubicBezTo>
                  <a:pt x="893894" y="0"/>
                  <a:pt x="919162" y="25268"/>
                  <a:pt x="919162" y="56438"/>
                </a:cubicBezTo>
                <a:lnTo>
                  <a:pt x="919162" y="507946"/>
                </a:lnTo>
                <a:cubicBezTo>
                  <a:pt x="919162" y="539116"/>
                  <a:pt x="893894" y="564384"/>
                  <a:pt x="862724" y="564384"/>
                </a:cubicBezTo>
                <a:lnTo>
                  <a:pt x="56438" y="564384"/>
                </a:lnTo>
                <a:cubicBezTo>
                  <a:pt x="25268" y="564384"/>
                  <a:pt x="0" y="539116"/>
                  <a:pt x="0" y="507946"/>
                </a:cubicBezTo>
                <a:lnTo>
                  <a:pt x="0" y="56438"/>
                </a:lnTo>
                <a:close/>
              </a:path>
            </a:pathLst>
          </a:custGeom>
          <a:solidFill>
            <a:srgbClr val="92D050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4470" tIns="37485" rIns="44470" bIns="37485" numCol="1" spcCol="1270" anchor="ctr" anchorCtr="0"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fr-FR" sz="800" dirty="0"/>
              <a:t>EXERCICE PING PONG </a:t>
            </a:r>
          </a:p>
        </p:txBody>
      </p:sp>
      <p:sp>
        <p:nvSpPr>
          <p:cNvPr id="42" name="Forme libre : forme 41">
            <a:extLst>
              <a:ext uri="{FF2B5EF4-FFF2-40B4-BE49-F238E27FC236}">
                <a16:creationId xmlns:a16="http://schemas.microsoft.com/office/drawing/2014/main" id="{90FA1FD2-7EE5-5068-5EAF-552B59084189}"/>
              </a:ext>
            </a:extLst>
          </p:cNvPr>
          <p:cNvSpPr/>
          <p:nvPr/>
        </p:nvSpPr>
        <p:spPr>
          <a:xfrm>
            <a:off x="7956376" y="1755037"/>
            <a:ext cx="919162" cy="535173"/>
          </a:xfrm>
          <a:custGeom>
            <a:avLst/>
            <a:gdLst>
              <a:gd name="connsiteX0" fmla="*/ 0 w 919162"/>
              <a:gd name="connsiteY0" fmla="*/ 56438 h 564384"/>
              <a:gd name="connsiteX1" fmla="*/ 56438 w 919162"/>
              <a:gd name="connsiteY1" fmla="*/ 0 h 564384"/>
              <a:gd name="connsiteX2" fmla="*/ 862724 w 919162"/>
              <a:gd name="connsiteY2" fmla="*/ 0 h 564384"/>
              <a:gd name="connsiteX3" fmla="*/ 919162 w 919162"/>
              <a:gd name="connsiteY3" fmla="*/ 56438 h 564384"/>
              <a:gd name="connsiteX4" fmla="*/ 919162 w 919162"/>
              <a:gd name="connsiteY4" fmla="*/ 507946 h 564384"/>
              <a:gd name="connsiteX5" fmla="*/ 862724 w 919162"/>
              <a:gd name="connsiteY5" fmla="*/ 564384 h 564384"/>
              <a:gd name="connsiteX6" fmla="*/ 56438 w 919162"/>
              <a:gd name="connsiteY6" fmla="*/ 564384 h 564384"/>
              <a:gd name="connsiteX7" fmla="*/ 0 w 919162"/>
              <a:gd name="connsiteY7" fmla="*/ 507946 h 564384"/>
              <a:gd name="connsiteX8" fmla="*/ 0 w 919162"/>
              <a:gd name="connsiteY8" fmla="*/ 56438 h 564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19162" h="564384">
                <a:moveTo>
                  <a:pt x="0" y="56438"/>
                </a:moveTo>
                <a:cubicBezTo>
                  <a:pt x="0" y="25268"/>
                  <a:pt x="25268" y="0"/>
                  <a:pt x="56438" y="0"/>
                </a:cubicBezTo>
                <a:lnTo>
                  <a:pt x="862724" y="0"/>
                </a:lnTo>
                <a:cubicBezTo>
                  <a:pt x="893894" y="0"/>
                  <a:pt x="919162" y="25268"/>
                  <a:pt x="919162" y="56438"/>
                </a:cubicBezTo>
                <a:lnTo>
                  <a:pt x="919162" y="507946"/>
                </a:lnTo>
                <a:cubicBezTo>
                  <a:pt x="919162" y="539116"/>
                  <a:pt x="893894" y="564384"/>
                  <a:pt x="862724" y="564384"/>
                </a:cubicBezTo>
                <a:lnTo>
                  <a:pt x="56438" y="564384"/>
                </a:lnTo>
                <a:cubicBezTo>
                  <a:pt x="25268" y="564384"/>
                  <a:pt x="0" y="539116"/>
                  <a:pt x="0" y="507946"/>
                </a:cubicBezTo>
                <a:lnTo>
                  <a:pt x="0" y="56438"/>
                </a:lnTo>
                <a:close/>
              </a:path>
            </a:pathLst>
          </a:custGeom>
          <a:solidFill>
            <a:srgbClr val="92D050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4470" tIns="37485" rIns="44470" bIns="37485" numCol="1" spcCol="1270" anchor="ctr" anchorCtr="0"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fr-FR" sz="800" dirty="0"/>
              <a:t>EXERCICE PING PONG </a:t>
            </a:r>
          </a:p>
        </p:txBody>
      </p:sp>
      <p:sp>
        <p:nvSpPr>
          <p:cNvPr id="44" name="Forme libre : forme 43">
            <a:extLst>
              <a:ext uri="{FF2B5EF4-FFF2-40B4-BE49-F238E27FC236}">
                <a16:creationId xmlns:a16="http://schemas.microsoft.com/office/drawing/2014/main" id="{23E1727A-66DF-2824-DC41-66D4399B18FF}"/>
              </a:ext>
            </a:extLst>
          </p:cNvPr>
          <p:cNvSpPr/>
          <p:nvPr/>
        </p:nvSpPr>
        <p:spPr>
          <a:xfrm>
            <a:off x="7956376" y="3966562"/>
            <a:ext cx="919162" cy="564384"/>
          </a:xfrm>
          <a:custGeom>
            <a:avLst/>
            <a:gdLst>
              <a:gd name="connsiteX0" fmla="*/ 0 w 919162"/>
              <a:gd name="connsiteY0" fmla="*/ 56438 h 564384"/>
              <a:gd name="connsiteX1" fmla="*/ 56438 w 919162"/>
              <a:gd name="connsiteY1" fmla="*/ 0 h 564384"/>
              <a:gd name="connsiteX2" fmla="*/ 862724 w 919162"/>
              <a:gd name="connsiteY2" fmla="*/ 0 h 564384"/>
              <a:gd name="connsiteX3" fmla="*/ 919162 w 919162"/>
              <a:gd name="connsiteY3" fmla="*/ 56438 h 564384"/>
              <a:gd name="connsiteX4" fmla="*/ 919162 w 919162"/>
              <a:gd name="connsiteY4" fmla="*/ 507946 h 564384"/>
              <a:gd name="connsiteX5" fmla="*/ 862724 w 919162"/>
              <a:gd name="connsiteY5" fmla="*/ 564384 h 564384"/>
              <a:gd name="connsiteX6" fmla="*/ 56438 w 919162"/>
              <a:gd name="connsiteY6" fmla="*/ 564384 h 564384"/>
              <a:gd name="connsiteX7" fmla="*/ 0 w 919162"/>
              <a:gd name="connsiteY7" fmla="*/ 507946 h 564384"/>
              <a:gd name="connsiteX8" fmla="*/ 0 w 919162"/>
              <a:gd name="connsiteY8" fmla="*/ 56438 h 564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19162" h="564384">
                <a:moveTo>
                  <a:pt x="0" y="56438"/>
                </a:moveTo>
                <a:cubicBezTo>
                  <a:pt x="0" y="25268"/>
                  <a:pt x="25268" y="0"/>
                  <a:pt x="56438" y="0"/>
                </a:cubicBezTo>
                <a:lnTo>
                  <a:pt x="862724" y="0"/>
                </a:lnTo>
                <a:cubicBezTo>
                  <a:pt x="893894" y="0"/>
                  <a:pt x="919162" y="25268"/>
                  <a:pt x="919162" y="56438"/>
                </a:cubicBezTo>
                <a:lnTo>
                  <a:pt x="919162" y="507946"/>
                </a:lnTo>
                <a:cubicBezTo>
                  <a:pt x="919162" y="539116"/>
                  <a:pt x="893894" y="564384"/>
                  <a:pt x="862724" y="564384"/>
                </a:cubicBezTo>
                <a:lnTo>
                  <a:pt x="56438" y="564384"/>
                </a:lnTo>
                <a:cubicBezTo>
                  <a:pt x="25268" y="564384"/>
                  <a:pt x="0" y="539116"/>
                  <a:pt x="0" y="507946"/>
                </a:cubicBezTo>
                <a:lnTo>
                  <a:pt x="0" y="56438"/>
                </a:lnTo>
                <a:close/>
              </a:path>
            </a:pathLst>
          </a:custGeom>
          <a:solidFill>
            <a:srgbClr val="0099CC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4470" tIns="37485" rIns="44470" bIns="37485" numCol="1" spcCol="1270" anchor="ctr" anchorCtr="0">
            <a:noAutofit/>
          </a:bodyPr>
          <a:lstStyle/>
          <a:p>
            <a:pPr algn="ctr" defTabSz="46672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kumimoji="0" lang="fr-FR" sz="8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CULTURE FRANCAISE 2</a:t>
            </a:r>
          </a:p>
        </p:txBody>
      </p:sp>
      <p:sp>
        <p:nvSpPr>
          <p:cNvPr id="20" name="Forme libre : forme 19">
            <a:extLst>
              <a:ext uri="{FF2B5EF4-FFF2-40B4-BE49-F238E27FC236}">
                <a16:creationId xmlns:a16="http://schemas.microsoft.com/office/drawing/2014/main" id="{AF384703-2B33-C43C-C4D8-936907530F25}"/>
              </a:ext>
            </a:extLst>
          </p:cNvPr>
          <p:cNvSpPr/>
          <p:nvPr/>
        </p:nvSpPr>
        <p:spPr>
          <a:xfrm>
            <a:off x="3076625" y="1755037"/>
            <a:ext cx="904086" cy="538269"/>
          </a:xfrm>
          <a:custGeom>
            <a:avLst/>
            <a:gdLst>
              <a:gd name="connsiteX0" fmla="*/ 0 w 919162"/>
              <a:gd name="connsiteY0" fmla="*/ 56438 h 564384"/>
              <a:gd name="connsiteX1" fmla="*/ 56438 w 919162"/>
              <a:gd name="connsiteY1" fmla="*/ 0 h 564384"/>
              <a:gd name="connsiteX2" fmla="*/ 862724 w 919162"/>
              <a:gd name="connsiteY2" fmla="*/ 0 h 564384"/>
              <a:gd name="connsiteX3" fmla="*/ 919162 w 919162"/>
              <a:gd name="connsiteY3" fmla="*/ 56438 h 564384"/>
              <a:gd name="connsiteX4" fmla="*/ 919162 w 919162"/>
              <a:gd name="connsiteY4" fmla="*/ 507946 h 564384"/>
              <a:gd name="connsiteX5" fmla="*/ 862724 w 919162"/>
              <a:gd name="connsiteY5" fmla="*/ 564384 h 564384"/>
              <a:gd name="connsiteX6" fmla="*/ 56438 w 919162"/>
              <a:gd name="connsiteY6" fmla="*/ 564384 h 564384"/>
              <a:gd name="connsiteX7" fmla="*/ 0 w 919162"/>
              <a:gd name="connsiteY7" fmla="*/ 507946 h 564384"/>
              <a:gd name="connsiteX8" fmla="*/ 0 w 919162"/>
              <a:gd name="connsiteY8" fmla="*/ 56438 h 564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19162" h="564384">
                <a:moveTo>
                  <a:pt x="0" y="56438"/>
                </a:moveTo>
                <a:cubicBezTo>
                  <a:pt x="0" y="25268"/>
                  <a:pt x="25268" y="0"/>
                  <a:pt x="56438" y="0"/>
                </a:cubicBezTo>
                <a:lnTo>
                  <a:pt x="862724" y="0"/>
                </a:lnTo>
                <a:cubicBezTo>
                  <a:pt x="893894" y="0"/>
                  <a:pt x="919162" y="25268"/>
                  <a:pt x="919162" y="56438"/>
                </a:cubicBezTo>
                <a:lnTo>
                  <a:pt x="919162" y="507946"/>
                </a:lnTo>
                <a:cubicBezTo>
                  <a:pt x="919162" y="539116"/>
                  <a:pt x="893894" y="564384"/>
                  <a:pt x="862724" y="564384"/>
                </a:cubicBezTo>
                <a:lnTo>
                  <a:pt x="56438" y="564384"/>
                </a:lnTo>
                <a:cubicBezTo>
                  <a:pt x="25268" y="564384"/>
                  <a:pt x="0" y="539116"/>
                  <a:pt x="0" y="507946"/>
                </a:cubicBezTo>
                <a:lnTo>
                  <a:pt x="0" y="56438"/>
                </a:lnTo>
                <a:close/>
              </a:path>
            </a:pathLst>
          </a:custGeom>
          <a:solidFill>
            <a:schemeClr val="accent3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4310" tIns="29865" rIns="34310" bIns="29865" numCol="1" spcCol="1270" anchor="ctr" anchorCtr="0"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fr-FR" sz="700" dirty="0"/>
              <a:t>ANIMER VOS PAGE AVEC LE JAVASCRIPT</a:t>
            </a:r>
          </a:p>
        </p:txBody>
      </p:sp>
      <p:sp>
        <p:nvSpPr>
          <p:cNvPr id="21" name="Forme libre : forme 18">
            <a:extLst>
              <a:ext uri="{FF2B5EF4-FFF2-40B4-BE49-F238E27FC236}">
                <a16:creationId xmlns:a16="http://schemas.microsoft.com/office/drawing/2014/main" id="{34559E07-C95E-6D49-D8D5-3E37480C6073}"/>
              </a:ext>
            </a:extLst>
          </p:cNvPr>
          <p:cNvSpPr/>
          <p:nvPr/>
        </p:nvSpPr>
        <p:spPr>
          <a:xfrm>
            <a:off x="3081022" y="2446347"/>
            <a:ext cx="919162" cy="556734"/>
          </a:xfrm>
          <a:custGeom>
            <a:avLst/>
            <a:gdLst>
              <a:gd name="connsiteX0" fmla="*/ 0 w 919162"/>
              <a:gd name="connsiteY0" fmla="*/ 56438 h 564384"/>
              <a:gd name="connsiteX1" fmla="*/ 56438 w 919162"/>
              <a:gd name="connsiteY1" fmla="*/ 0 h 564384"/>
              <a:gd name="connsiteX2" fmla="*/ 862724 w 919162"/>
              <a:gd name="connsiteY2" fmla="*/ 0 h 564384"/>
              <a:gd name="connsiteX3" fmla="*/ 919162 w 919162"/>
              <a:gd name="connsiteY3" fmla="*/ 56438 h 564384"/>
              <a:gd name="connsiteX4" fmla="*/ 919162 w 919162"/>
              <a:gd name="connsiteY4" fmla="*/ 507946 h 564384"/>
              <a:gd name="connsiteX5" fmla="*/ 862724 w 919162"/>
              <a:gd name="connsiteY5" fmla="*/ 564384 h 564384"/>
              <a:gd name="connsiteX6" fmla="*/ 56438 w 919162"/>
              <a:gd name="connsiteY6" fmla="*/ 564384 h 564384"/>
              <a:gd name="connsiteX7" fmla="*/ 0 w 919162"/>
              <a:gd name="connsiteY7" fmla="*/ 507946 h 564384"/>
              <a:gd name="connsiteX8" fmla="*/ 0 w 919162"/>
              <a:gd name="connsiteY8" fmla="*/ 56438 h 564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19162" h="564384">
                <a:moveTo>
                  <a:pt x="0" y="56438"/>
                </a:moveTo>
                <a:cubicBezTo>
                  <a:pt x="0" y="25268"/>
                  <a:pt x="25268" y="0"/>
                  <a:pt x="56438" y="0"/>
                </a:cubicBezTo>
                <a:lnTo>
                  <a:pt x="862724" y="0"/>
                </a:lnTo>
                <a:cubicBezTo>
                  <a:pt x="893894" y="0"/>
                  <a:pt x="919162" y="25268"/>
                  <a:pt x="919162" y="56438"/>
                </a:cubicBezTo>
                <a:lnTo>
                  <a:pt x="919162" y="507946"/>
                </a:lnTo>
                <a:cubicBezTo>
                  <a:pt x="919162" y="539116"/>
                  <a:pt x="893894" y="564384"/>
                  <a:pt x="862724" y="564384"/>
                </a:cubicBezTo>
                <a:lnTo>
                  <a:pt x="56438" y="564384"/>
                </a:lnTo>
                <a:cubicBezTo>
                  <a:pt x="25268" y="564384"/>
                  <a:pt x="0" y="539116"/>
                  <a:pt x="0" y="507946"/>
                </a:cubicBezTo>
                <a:lnTo>
                  <a:pt x="0" y="56438"/>
                </a:lnTo>
                <a:close/>
              </a:path>
            </a:pathLst>
          </a:custGeom>
          <a:solidFill>
            <a:srgbClr val="92D050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4310" tIns="29865" rIns="34310" bIns="29865" numCol="1" spcCol="1270" anchor="ctr" anchorCtr="0"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fr-FR" sz="700" dirty="0"/>
              <a:t>EXERCICE LES VARIABLES</a:t>
            </a:r>
          </a:p>
        </p:txBody>
      </p:sp>
      <p:sp>
        <p:nvSpPr>
          <p:cNvPr id="23" name="Forme libre : forme 22">
            <a:extLst>
              <a:ext uri="{FF2B5EF4-FFF2-40B4-BE49-F238E27FC236}">
                <a16:creationId xmlns:a16="http://schemas.microsoft.com/office/drawing/2014/main" id="{A10500D1-A9BD-354F-52F6-20792981A0BF}"/>
              </a:ext>
            </a:extLst>
          </p:cNvPr>
          <p:cNvSpPr/>
          <p:nvPr/>
        </p:nvSpPr>
        <p:spPr>
          <a:xfrm>
            <a:off x="4240898" y="2446348"/>
            <a:ext cx="951089" cy="556734"/>
          </a:xfrm>
          <a:custGeom>
            <a:avLst/>
            <a:gdLst>
              <a:gd name="connsiteX0" fmla="*/ 0 w 919162"/>
              <a:gd name="connsiteY0" fmla="*/ 56438 h 564384"/>
              <a:gd name="connsiteX1" fmla="*/ 56438 w 919162"/>
              <a:gd name="connsiteY1" fmla="*/ 0 h 564384"/>
              <a:gd name="connsiteX2" fmla="*/ 862724 w 919162"/>
              <a:gd name="connsiteY2" fmla="*/ 0 h 564384"/>
              <a:gd name="connsiteX3" fmla="*/ 919162 w 919162"/>
              <a:gd name="connsiteY3" fmla="*/ 56438 h 564384"/>
              <a:gd name="connsiteX4" fmla="*/ 919162 w 919162"/>
              <a:gd name="connsiteY4" fmla="*/ 507946 h 564384"/>
              <a:gd name="connsiteX5" fmla="*/ 862724 w 919162"/>
              <a:gd name="connsiteY5" fmla="*/ 564384 h 564384"/>
              <a:gd name="connsiteX6" fmla="*/ 56438 w 919162"/>
              <a:gd name="connsiteY6" fmla="*/ 564384 h 564384"/>
              <a:gd name="connsiteX7" fmla="*/ 0 w 919162"/>
              <a:gd name="connsiteY7" fmla="*/ 507946 h 564384"/>
              <a:gd name="connsiteX8" fmla="*/ 0 w 919162"/>
              <a:gd name="connsiteY8" fmla="*/ 56438 h 564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19162" h="564384">
                <a:moveTo>
                  <a:pt x="0" y="56438"/>
                </a:moveTo>
                <a:cubicBezTo>
                  <a:pt x="0" y="25268"/>
                  <a:pt x="25268" y="0"/>
                  <a:pt x="56438" y="0"/>
                </a:cubicBezTo>
                <a:lnTo>
                  <a:pt x="862724" y="0"/>
                </a:lnTo>
                <a:cubicBezTo>
                  <a:pt x="893894" y="0"/>
                  <a:pt x="919162" y="25268"/>
                  <a:pt x="919162" y="56438"/>
                </a:cubicBezTo>
                <a:lnTo>
                  <a:pt x="919162" y="507946"/>
                </a:lnTo>
                <a:cubicBezTo>
                  <a:pt x="919162" y="539116"/>
                  <a:pt x="893894" y="564384"/>
                  <a:pt x="862724" y="564384"/>
                </a:cubicBezTo>
                <a:lnTo>
                  <a:pt x="56438" y="564384"/>
                </a:lnTo>
                <a:cubicBezTo>
                  <a:pt x="25268" y="564384"/>
                  <a:pt x="0" y="539116"/>
                  <a:pt x="0" y="507946"/>
                </a:cubicBezTo>
                <a:lnTo>
                  <a:pt x="0" y="56438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850" tIns="31770" rIns="36850" bIns="31770" numCol="1" spcCol="1270" anchor="ctr" anchorCtr="0">
            <a:noAutofit/>
          </a:bodyPr>
          <a:lstStyle/>
          <a:p>
            <a:pPr marL="0" marR="0" lvl="0" indent="0" algn="ctr" defTabSz="3556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fr-FR" sz="800" dirty="0">
                <a:solidFill>
                  <a:prstClr val="white"/>
                </a:solidFill>
                <a:latin typeface="Calibri"/>
              </a:rPr>
              <a:t>EXERCICE CALCULATRICE</a:t>
            </a:r>
            <a:endParaRPr kumimoji="0" lang="fr-FR" sz="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Forme libre : forme 27">
            <a:extLst>
              <a:ext uri="{FF2B5EF4-FFF2-40B4-BE49-F238E27FC236}">
                <a16:creationId xmlns:a16="http://schemas.microsoft.com/office/drawing/2014/main" id="{936FB17B-F269-B70C-B58F-819166B62CE8}"/>
              </a:ext>
            </a:extLst>
          </p:cNvPr>
          <p:cNvSpPr/>
          <p:nvPr/>
        </p:nvSpPr>
        <p:spPr>
          <a:xfrm>
            <a:off x="3058990" y="4027330"/>
            <a:ext cx="907885" cy="567964"/>
          </a:xfrm>
          <a:custGeom>
            <a:avLst/>
            <a:gdLst>
              <a:gd name="connsiteX0" fmla="*/ 0 w 919162"/>
              <a:gd name="connsiteY0" fmla="*/ 56438 h 564384"/>
              <a:gd name="connsiteX1" fmla="*/ 56438 w 919162"/>
              <a:gd name="connsiteY1" fmla="*/ 0 h 564384"/>
              <a:gd name="connsiteX2" fmla="*/ 862724 w 919162"/>
              <a:gd name="connsiteY2" fmla="*/ 0 h 564384"/>
              <a:gd name="connsiteX3" fmla="*/ 919162 w 919162"/>
              <a:gd name="connsiteY3" fmla="*/ 56438 h 564384"/>
              <a:gd name="connsiteX4" fmla="*/ 919162 w 919162"/>
              <a:gd name="connsiteY4" fmla="*/ 507946 h 564384"/>
              <a:gd name="connsiteX5" fmla="*/ 862724 w 919162"/>
              <a:gd name="connsiteY5" fmla="*/ 564384 h 564384"/>
              <a:gd name="connsiteX6" fmla="*/ 56438 w 919162"/>
              <a:gd name="connsiteY6" fmla="*/ 564384 h 564384"/>
              <a:gd name="connsiteX7" fmla="*/ 0 w 919162"/>
              <a:gd name="connsiteY7" fmla="*/ 507946 h 564384"/>
              <a:gd name="connsiteX8" fmla="*/ 0 w 919162"/>
              <a:gd name="connsiteY8" fmla="*/ 56438 h 564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19162" h="564384">
                <a:moveTo>
                  <a:pt x="0" y="56438"/>
                </a:moveTo>
                <a:cubicBezTo>
                  <a:pt x="0" y="25268"/>
                  <a:pt x="25268" y="0"/>
                  <a:pt x="56438" y="0"/>
                </a:cubicBezTo>
                <a:lnTo>
                  <a:pt x="862724" y="0"/>
                </a:lnTo>
                <a:cubicBezTo>
                  <a:pt x="893894" y="0"/>
                  <a:pt x="919162" y="25268"/>
                  <a:pt x="919162" y="56438"/>
                </a:cubicBezTo>
                <a:lnTo>
                  <a:pt x="919162" y="507946"/>
                </a:lnTo>
                <a:cubicBezTo>
                  <a:pt x="919162" y="539116"/>
                  <a:pt x="893894" y="564384"/>
                  <a:pt x="862724" y="564384"/>
                </a:cubicBezTo>
                <a:lnTo>
                  <a:pt x="56438" y="564384"/>
                </a:lnTo>
                <a:cubicBezTo>
                  <a:pt x="25268" y="564384"/>
                  <a:pt x="0" y="539116"/>
                  <a:pt x="0" y="507946"/>
                </a:cubicBezTo>
                <a:lnTo>
                  <a:pt x="0" y="56438"/>
                </a:lnTo>
                <a:close/>
              </a:path>
            </a:pathLst>
          </a:custGeom>
          <a:solidFill>
            <a:schemeClr val="accent1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4310" tIns="29865" rIns="34310" bIns="29865" numCol="1" spcCol="1270" anchor="ctr" anchorCtr="0"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fr-FR" sz="700" kern="1200" dirty="0"/>
              <a:t>EXERCICE MODIFIER DYNAMIQUEMENT VOS PAGES</a:t>
            </a:r>
            <a:endParaRPr lang="fr-FR" sz="700" dirty="0"/>
          </a:p>
        </p:txBody>
      </p:sp>
      <p:sp>
        <p:nvSpPr>
          <p:cNvPr id="38" name="Forme libre : forme 27">
            <a:extLst>
              <a:ext uri="{FF2B5EF4-FFF2-40B4-BE49-F238E27FC236}">
                <a16:creationId xmlns:a16="http://schemas.microsoft.com/office/drawing/2014/main" id="{080E4CBD-A389-BF8A-DEB9-FD9C263F2352}"/>
              </a:ext>
            </a:extLst>
          </p:cNvPr>
          <p:cNvSpPr/>
          <p:nvPr/>
        </p:nvSpPr>
        <p:spPr>
          <a:xfrm>
            <a:off x="5521325" y="3303510"/>
            <a:ext cx="919162" cy="530276"/>
          </a:xfrm>
          <a:custGeom>
            <a:avLst/>
            <a:gdLst>
              <a:gd name="connsiteX0" fmla="*/ 0 w 919162"/>
              <a:gd name="connsiteY0" fmla="*/ 56438 h 564384"/>
              <a:gd name="connsiteX1" fmla="*/ 56438 w 919162"/>
              <a:gd name="connsiteY1" fmla="*/ 0 h 564384"/>
              <a:gd name="connsiteX2" fmla="*/ 862724 w 919162"/>
              <a:gd name="connsiteY2" fmla="*/ 0 h 564384"/>
              <a:gd name="connsiteX3" fmla="*/ 919162 w 919162"/>
              <a:gd name="connsiteY3" fmla="*/ 56438 h 564384"/>
              <a:gd name="connsiteX4" fmla="*/ 919162 w 919162"/>
              <a:gd name="connsiteY4" fmla="*/ 507946 h 564384"/>
              <a:gd name="connsiteX5" fmla="*/ 862724 w 919162"/>
              <a:gd name="connsiteY5" fmla="*/ 564384 h 564384"/>
              <a:gd name="connsiteX6" fmla="*/ 56438 w 919162"/>
              <a:gd name="connsiteY6" fmla="*/ 564384 h 564384"/>
              <a:gd name="connsiteX7" fmla="*/ 0 w 919162"/>
              <a:gd name="connsiteY7" fmla="*/ 507946 h 564384"/>
              <a:gd name="connsiteX8" fmla="*/ 0 w 919162"/>
              <a:gd name="connsiteY8" fmla="*/ 56438 h 564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19162" h="564384">
                <a:moveTo>
                  <a:pt x="0" y="56438"/>
                </a:moveTo>
                <a:cubicBezTo>
                  <a:pt x="0" y="25268"/>
                  <a:pt x="25268" y="0"/>
                  <a:pt x="56438" y="0"/>
                </a:cubicBezTo>
                <a:lnTo>
                  <a:pt x="862724" y="0"/>
                </a:lnTo>
                <a:cubicBezTo>
                  <a:pt x="893894" y="0"/>
                  <a:pt x="919162" y="25268"/>
                  <a:pt x="919162" y="56438"/>
                </a:cubicBezTo>
                <a:lnTo>
                  <a:pt x="919162" y="507946"/>
                </a:lnTo>
                <a:cubicBezTo>
                  <a:pt x="919162" y="539116"/>
                  <a:pt x="893894" y="564384"/>
                  <a:pt x="862724" y="564384"/>
                </a:cubicBezTo>
                <a:lnTo>
                  <a:pt x="56438" y="564384"/>
                </a:lnTo>
                <a:cubicBezTo>
                  <a:pt x="25268" y="564384"/>
                  <a:pt x="0" y="539116"/>
                  <a:pt x="0" y="507946"/>
                </a:cubicBezTo>
                <a:lnTo>
                  <a:pt x="0" y="56438"/>
                </a:lnTo>
                <a:close/>
              </a:path>
            </a:pathLst>
          </a:custGeom>
          <a:solidFill>
            <a:srgbClr val="92D050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4470" tIns="37485" rIns="44470" bIns="37485" numCol="1" spcCol="1270" anchor="ctr" anchorCtr="0">
            <a:noAutofit/>
          </a:bodyPr>
          <a:lstStyle/>
          <a:p>
            <a:pPr marL="0" marR="0" lvl="0" indent="0" algn="ctr" defTabSz="466725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fr-FR" sz="800" dirty="0">
                <a:solidFill>
                  <a:prstClr val="white"/>
                </a:solidFill>
                <a:latin typeface="Calibri"/>
              </a:rPr>
              <a:t>EXERCICE CALCULATRICE SCIENTIFIQUE</a:t>
            </a:r>
            <a:endParaRPr kumimoji="0" lang="fr-FR" sz="8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orme libre : forme 5">
            <a:extLst>
              <a:ext uri="{FF2B5EF4-FFF2-40B4-BE49-F238E27FC236}">
                <a16:creationId xmlns:a16="http://schemas.microsoft.com/office/drawing/2014/main" id="{96700C41-8FEF-8CDB-D746-5667C1090140}"/>
              </a:ext>
            </a:extLst>
          </p:cNvPr>
          <p:cNvSpPr/>
          <p:nvPr/>
        </p:nvSpPr>
        <p:spPr>
          <a:xfrm>
            <a:off x="4270777" y="4030910"/>
            <a:ext cx="943970" cy="564384"/>
          </a:xfrm>
          <a:custGeom>
            <a:avLst/>
            <a:gdLst>
              <a:gd name="connsiteX0" fmla="*/ 0 w 919162"/>
              <a:gd name="connsiteY0" fmla="*/ 56438 h 564384"/>
              <a:gd name="connsiteX1" fmla="*/ 56438 w 919162"/>
              <a:gd name="connsiteY1" fmla="*/ 0 h 564384"/>
              <a:gd name="connsiteX2" fmla="*/ 862724 w 919162"/>
              <a:gd name="connsiteY2" fmla="*/ 0 h 564384"/>
              <a:gd name="connsiteX3" fmla="*/ 919162 w 919162"/>
              <a:gd name="connsiteY3" fmla="*/ 56438 h 564384"/>
              <a:gd name="connsiteX4" fmla="*/ 919162 w 919162"/>
              <a:gd name="connsiteY4" fmla="*/ 507946 h 564384"/>
              <a:gd name="connsiteX5" fmla="*/ 862724 w 919162"/>
              <a:gd name="connsiteY5" fmla="*/ 564384 h 564384"/>
              <a:gd name="connsiteX6" fmla="*/ 56438 w 919162"/>
              <a:gd name="connsiteY6" fmla="*/ 564384 h 564384"/>
              <a:gd name="connsiteX7" fmla="*/ 0 w 919162"/>
              <a:gd name="connsiteY7" fmla="*/ 507946 h 564384"/>
              <a:gd name="connsiteX8" fmla="*/ 0 w 919162"/>
              <a:gd name="connsiteY8" fmla="*/ 56438 h 564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19162" h="564384">
                <a:moveTo>
                  <a:pt x="0" y="56438"/>
                </a:moveTo>
                <a:cubicBezTo>
                  <a:pt x="0" y="25268"/>
                  <a:pt x="25268" y="0"/>
                  <a:pt x="56438" y="0"/>
                </a:cubicBezTo>
                <a:lnTo>
                  <a:pt x="862724" y="0"/>
                </a:lnTo>
                <a:cubicBezTo>
                  <a:pt x="893894" y="0"/>
                  <a:pt x="919162" y="25268"/>
                  <a:pt x="919162" y="56438"/>
                </a:cubicBezTo>
                <a:lnTo>
                  <a:pt x="919162" y="507946"/>
                </a:lnTo>
                <a:cubicBezTo>
                  <a:pt x="919162" y="539116"/>
                  <a:pt x="893894" y="564384"/>
                  <a:pt x="862724" y="564384"/>
                </a:cubicBezTo>
                <a:lnTo>
                  <a:pt x="56438" y="564384"/>
                </a:lnTo>
                <a:cubicBezTo>
                  <a:pt x="25268" y="564384"/>
                  <a:pt x="0" y="539116"/>
                  <a:pt x="0" y="507946"/>
                </a:cubicBezTo>
                <a:lnTo>
                  <a:pt x="0" y="56438"/>
                </a:lnTo>
                <a:close/>
              </a:path>
            </a:pathLst>
          </a:custGeom>
          <a:solidFill>
            <a:srgbClr val="92D050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4470" tIns="37485" rIns="44470" bIns="37485" numCol="1" spcCol="1270" anchor="ctr" anchorCtr="0">
            <a:noAutofit/>
          </a:bodyPr>
          <a:lstStyle/>
          <a:p>
            <a:pPr marL="0" marR="0" lvl="0" indent="0" algn="ctr" defTabSz="3556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fr-FR" sz="800" dirty="0">
                <a:solidFill>
                  <a:prstClr val="white"/>
                </a:solidFill>
                <a:latin typeface="Calibri"/>
              </a:rPr>
              <a:t>EXERCICE CALCULATRICE</a:t>
            </a:r>
            <a:endParaRPr kumimoji="0" lang="fr-FR" sz="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Forme libre : forme 9">
            <a:extLst>
              <a:ext uri="{FF2B5EF4-FFF2-40B4-BE49-F238E27FC236}">
                <a16:creationId xmlns:a16="http://schemas.microsoft.com/office/drawing/2014/main" id="{3C66078B-DC92-41B0-1E8F-55D48D8B92EB}"/>
              </a:ext>
            </a:extLst>
          </p:cNvPr>
          <p:cNvSpPr/>
          <p:nvPr/>
        </p:nvSpPr>
        <p:spPr>
          <a:xfrm>
            <a:off x="4260028" y="3303510"/>
            <a:ext cx="943970" cy="530276"/>
          </a:xfrm>
          <a:custGeom>
            <a:avLst/>
            <a:gdLst>
              <a:gd name="connsiteX0" fmla="*/ 0 w 919162"/>
              <a:gd name="connsiteY0" fmla="*/ 56438 h 564384"/>
              <a:gd name="connsiteX1" fmla="*/ 56438 w 919162"/>
              <a:gd name="connsiteY1" fmla="*/ 0 h 564384"/>
              <a:gd name="connsiteX2" fmla="*/ 862724 w 919162"/>
              <a:gd name="connsiteY2" fmla="*/ 0 h 564384"/>
              <a:gd name="connsiteX3" fmla="*/ 919162 w 919162"/>
              <a:gd name="connsiteY3" fmla="*/ 56438 h 564384"/>
              <a:gd name="connsiteX4" fmla="*/ 919162 w 919162"/>
              <a:gd name="connsiteY4" fmla="*/ 507946 h 564384"/>
              <a:gd name="connsiteX5" fmla="*/ 862724 w 919162"/>
              <a:gd name="connsiteY5" fmla="*/ 564384 h 564384"/>
              <a:gd name="connsiteX6" fmla="*/ 56438 w 919162"/>
              <a:gd name="connsiteY6" fmla="*/ 564384 h 564384"/>
              <a:gd name="connsiteX7" fmla="*/ 0 w 919162"/>
              <a:gd name="connsiteY7" fmla="*/ 507946 h 564384"/>
              <a:gd name="connsiteX8" fmla="*/ 0 w 919162"/>
              <a:gd name="connsiteY8" fmla="*/ 56438 h 564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19162" h="564384">
                <a:moveTo>
                  <a:pt x="0" y="56438"/>
                </a:moveTo>
                <a:cubicBezTo>
                  <a:pt x="0" y="25268"/>
                  <a:pt x="25268" y="0"/>
                  <a:pt x="56438" y="0"/>
                </a:cubicBezTo>
                <a:lnTo>
                  <a:pt x="862724" y="0"/>
                </a:lnTo>
                <a:cubicBezTo>
                  <a:pt x="893894" y="0"/>
                  <a:pt x="919162" y="25268"/>
                  <a:pt x="919162" y="56438"/>
                </a:cubicBezTo>
                <a:lnTo>
                  <a:pt x="919162" y="507946"/>
                </a:lnTo>
                <a:cubicBezTo>
                  <a:pt x="919162" y="539116"/>
                  <a:pt x="893894" y="564384"/>
                  <a:pt x="862724" y="564384"/>
                </a:cubicBezTo>
                <a:lnTo>
                  <a:pt x="56438" y="564384"/>
                </a:lnTo>
                <a:cubicBezTo>
                  <a:pt x="25268" y="564384"/>
                  <a:pt x="0" y="539116"/>
                  <a:pt x="0" y="507946"/>
                </a:cubicBezTo>
                <a:lnTo>
                  <a:pt x="0" y="56438"/>
                </a:lnTo>
                <a:close/>
              </a:path>
            </a:pathLst>
          </a:custGeom>
          <a:solidFill>
            <a:srgbClr val="92D050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4470" tIns="37485" rIns="44470" bIns="37485" numCol="1" spcCol="1270" anchor="ctr" anchorCtr="0">
            <a:noAutofit/>
          </a:bodyPr>
          <a:lstStyle/>
          <a:p>
            <a:pPr marL="0" marR="0" lvl="0" indent="0" algn="ctr" defTabSz="3556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fr-FR" sz="800" dirty="0">
                <a:solidFill>
                  <a:prstClr val="white"/>
                </a:solidFill>
                <a:latin typeface="Calibri"/>
              </a:rPr>
              <a:t>EXERCICE CALCULATRICE</a:t>
            </a:r>
            <a:endParaRPr kumimoji="0" lang="fr-FR" sz="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Forme libre : forme 10">
            <a:extLst>
              <a:ext uri="{FF2B5EF4-FFF2-40B4-BE49-F238E27FC236}">
                <a16:creationId xmlns:a16="http://schemas.microsoft.com/office/drawing/2014/main" id="{F739C39D-AE96-29CF-863F-2C6EC7AEAAD6}"/>
              </a:ext>
            </a:extLst>
          </p:cNvPr>
          <p:cNvSpPr/>
          <p:nvPr/>
        </p:nvSpPr>
        <p:spPr>
          <a:xfrm>
            <a:off x="5491830" y="1755037"/>
            <a:ext cx="943970" cy="538269"/>
          </a:xfrm>
          <a:custGeom>
            <a:avLst/>
            <a:gdLst>
              <a:gd name="connsiteX0" fmla="*/ 0 w 919162"/>
              <a:gd name="connsiteY0" fmla="*/ 56438 h 564384"/>
              <a:gd name="connsiteX1" fmla="*/ 56438 w 919162"/>
              <a:gd name="connsiteY1" fmla="*/ 0 h 564384"/>
              <a:gd name="connsiteX2" fmla="*/ 862724 w 919162"/>
              <a:gd name="connsiteY2" fmla="*/ 0 h 564384"/>
              <a:gd name="connsiteX3" fmla="*/ 919162 w 919162"/>
              <a:gd name="connsiteY3" fmla="*/ 56438 h 564384"/>
              <a:gd name="connsiteX4" fmla="*/ 919162 w 919162"/>
              <a:gd name="connsiteY4" fmla="*/ 507946 h 564384"/>
              <a:gd name="connsiteX5" fmla="*/ 862724 w 919162"/>
              <a:gd name="connsiteY5" fmla="*/ 564384 h 564384"/>
              <a:gd name="connsiteX6" fmla="*/ 56438 w 919162"/>
              <a:gd name="connsiteY6" fmla="*/ 564384 h 564384"/>
              <a:gd name="connsiteX7" fmla="*/ 0 w 919162"/>
              <a:gd name="connsiteY7" fmla="*/ 507946 h 564384"/>
              <a:gd name="connsiteX8" fmla="*/ 0 w 919162"/>
              <a:gd name="connsiteY8" fmla="*/ 56438 h 564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19162" h="564384">
                <a:moveTo>
                  <a:pt x="0" y="56438"/>
                </a:moveTo>
                <a:cubicBezTo>
                  <a:pt x="0" y="25268"/>
                  <a:pt x="25268" y="0"/>
                  <a:pt x="56438" y="0"/>
                </a:cubicBezTo>
                <a:lnTo>
                  <a:pt x="862724" y="0"/>
                </a:lnTo>
                <a:cubicBezTo>
                  <a:pt x="893894" y="0"/>
                  <a:pt x="919162" y="25268"/>
                  <a:pt x="919162" y="56438"/>
                </a:cubicBezTo>
                <a:lnTo>
                  <a:pt x="919162" y="507946"/>
                </a:lnTo>
                <a:cubicBezTo>
                  <a:pt x="919162" y="539116"/>
                  <a:pt x="893894" y="564384"/>
                  <a:pt x="862724" y="564384"/>
                </a:cubicBezTo>
                <a:lnTo>
                  <a:pt x="56438" y="564384"/>
                </a:lnTo>
                <a:cubicBezTo>
                  <a:pt x="25268" y="564384"/>
                  <a:pt x="0" y="539116"/>
                  <a:pt x="0" y="507946"/>
                </a:cubicBezTo>
                <a:lnTo>
                  <a:pt x="0" y="56438"/>
                </a:lnTo>
                <a:close/>
              </a:path>
            </a:pathLst>
          </a:custGeom>
          <a:solidFill>
            <a:srgbClr val="92D050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4470" tIns="37485" rIns="44470" bIns="37485" numCol="1" spcCol="1270" anchor="ctr" anchorCtr="0">
            <a:noAutofit/>
          </a:bodyPr>
          <a:lstStyle/>
          <a:p>
            <a:pPr marL="0" marR="0" lvl="0" indent="0" algn="ctr" defTabSz="466725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fr-FR" sz="800" dirty="0">
                <a:solidFill>
                  <a:prstClr val="white"/>
                </a:solidFill>
                <a:latin typeface="Calibri"/>
              </a:rPr>
              <a:t>EXERCICE CALCULATRICE SCIENTIFIQUE</a:t>
            </a:r>
            <a:endParaRPr kumimoji="0" lang="fr-FR" sz="8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Forme libre : forme 27">
            <a:extLst>
              <a:ext uri="{FF2B5EF4-FFF2-40B4-BE49-F238E27FC236}">
                <a16:creationId xmlns:a16="http://schemas.microsoft.com/office/drawing/2014/main" id="{5C706B20-D841-39A8-039F-5A6833A8C800}"/>
              </a:ext>
            </a:extLst>
          </p:cNvPr>
          <p:cNvSpPr/>
          <p:nvPr/>
        </p:nvSpPr>
        <p:spPr>
          <a:xfrm>
            <a:off x="5521325" y="4030910"/>
            <a:ext cx="919162" cy="567298"/>
          </a:xfrm>
          <a:custGeom>
            <a:avLst/>
            <a:gdLst>
              <a:gd name="connsiteX0" fmla="*/ 0 w 919162"/>
              <a:gd name="connsiteY0" fmla="*/ 56438 h 564384"/>
              <a:gd name="connsiteX1" fmla="*/ 56438 w 919162"/>
              <a:gd name="connsiteY1" fmla="*/ 0 h 564384"/>
              <a:gd name="connsiteX2" fmla="*/ 862724 w 919162"/>
              <a:gd name="connsiteY2" fmla="*/ 0 h 564384"/>
              <a:gd name="connsiteX3" fmla="*/ 919162 w 919162"/>
              <a:gd name="connsiteY3" fmla="*/ 56438 h 564384"/>
              <a:gd name="connsiteX4" fmla="*/ 919162 w 919162"/>
              <a:gd name="connsiteY4" fmla="*/ 507946 h 564384"/>
              <a:gd name="connsiteX5" fmla="*/ 862724 w 919162"/>
              <a:gd name="connsiteY5" fmla="*/ 564384 h 564384"/>
              <a:gd name="connsiteX6" fmla="*/ 56438 w 919162"/>
              <a:gd name="connsiteY6" fmla="*/ 564384 h 564384"/>
              <a:gd name="connsiteX7" fmla="*/ 0 w 919162"/>
              <a:gd name="connsiteY7" fmla="*/ 507946 h 564384"/>
              <a:gd name="connsiteX8" fmla="*/ 0 w 919162"/>
              <a:gd name="connsiteY8" fmla="*/ 56438 h 564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19162" h="564384">
                <a:moveTo>
                  <a:pt x="0" y="56438"/>
                </a:moveTo>
                <a:cubicBezTo>
                  <a:pt x="0" y="25268"/>
                  <a:pt x="25268" y="0"/>
                  <a:pt x="56438" y="0"/>
                </a:cubicBezTo>
                <a:lnTo>
                  <a:pt x="862724" y="0"/>
                </a:lnTo>
                <a:cubicBezTo>
                  <a:pt x="893894" y="0"/>
                  <a:pt x="919162" y="25268"/>
                  <a:pt x="919162" y="56438"/>
                </a:cubicBezTo>
                <a:lnTo>
                  <a:pt x="919162" y="507946"/>
                </a:lnTo>
                <a:cubicBezTo>
                  <a:pt x="919162" y="539116"/>
                  <a:pt x="893894" y="564384"/>
                  <a:pt x="862724" y="564384"/>
                </a:cubicBezTo>
                <a:lnTo>
                  <a:pt x="56438" y="564384"/>
                </a:lnTo>
                <a:cubicBezTo>
                  <a:pt x="25268" y="564384"/>
                  <a:pt x="0" y="539116"/>
                  <a:pt x="0" y="507946"/>
                </a:cubicBezTo>
                <a:lnTo>
                  <a:pt x="0" y="56438"/>
                </a:lnTo>
                <a:close/>
              </a:path>
            </a:pathLst>
          </a:custGeom>
          <a:solidFill>
            <a:srgbClr val="92D050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4470" tIns="37485" rIns="44470" bIns="37485" numCol="1" spcCol="1270" anchor="ctr" anchorCtr="0">
            <a:noAutofit/>
          </a:bodyPr>
          <a:lstStyle/>
          <a:p>
            <a:pPr marL="0" marR="0" lvl="0" indent="0" algn="ctr" defTabSz="466725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fr-FR" sz="800" dirty="0">
                <a:solidFill>
                  <a:prstClr val="white"/>
                </a:solidFill>
                <a:latin typeface="Calibri"/>
              </a:rPr>
              <a:t>EXERCICE CALCULATRICE SCIENTIFIQUE</a:t>
            </a:r>
            <a:endParaRPr kumimoji="0" lang="fr-FR" sz="8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Forme libre : forme 14">
            <a:extLst>
              <a:ext uri="{FF2B5EF4-FFF2-40B4-BE49-F238E27FC236}">
                <a16:creationId xmlns:a16="http://schemas.microsoft.com/office/drawing/2014/main" id="{58F054EB-2EDB-5DE9-7FBF-B287051641FB}"/>
              </a:ext>
            </a:extLst>
          </p:cNvPr>
          <p:cNvSpPr/>
          <p:nvPr/>
        </p:nvSpPr>
        <p:spPr>
          <a:xfrm>
            <a:off x="7972234" y="3303510"/>
            <a:ext cx="903304" cy="530276"/>
          </a:xfrm>
          <a:custGeom>
            <a:avLst/>
            <a:gdLst>
              <a:gd name="connsiteX0" fmla="*/ 0 w 919162"/>
              <a:gd name="connsiteY0" fmla="*/ 56438 h 564384"/>
              <a:gd name="connsiteX1" fmla="*/ 56438 w 919162"/>
              <a:gd name="connsiteY1" fmla="*/ 0 h 564384"/>
              <a:gd name="connsiteX2" fmla="*/ 862724 w 919162"/>
              <a:gd name="connsiteY2" fmla="*/ 0 h 564384"/>
              <a:gd name="connsiteX3" fmla="*/ 919162 w 919162"/>
              <a:gd name="connsiteY3" fmla="*/ 56438 h 564384"/>
              <a:gd name="connsiteX4" fmla="*/ 919162 w 919162"/>
              <a:gd name="connsiteY4" fmla="*/ 507946 h 564384"/>
              <a:gd name="connsiteX5" fmla="*/ 862724 w 919162"/>
              <a:gd name="connsiteY5" fmla="*/ 564384 h 564384"/>
              <a:gd name="connsiteX6" fmla="*/ 56438 w 919162"/>
              <a:gd name="connsiteY6" fmla="*/ 564384 h 564384"/>
              <a:gd name="connsiteX7" fmla="*/ 0 w 919162"/>
              <a:gd name="connsiteY7" fmla="*/ 507946 h 564384"/>
              <a:gd name="connsiteX8" fmla="*/ 0 w 919162"/>
              <a:gd name="connsiteY8" fmla="*/ 56438 h 564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19162" h="564384">
                <a:moveTo>
                  <a:pt x="0" y="56438"/>
                </a:moveTo>
                <a:cubicBezTo>
                  <a:pt x="0" y="25268"/>
                  <a:pt x="25268" y="0"/>
                  <a:pt x="56438" y="0"/>
                </a:cubicBezTo>
                <a:lnTo>
                  <a:pt x="862724" y="0"/>
                </a:lnTo>
                <a:cubicBezTo>
                  <a:pt x="893894" y="0"/>
                  <a:pt x="919162" y="25268"/>
                  <a:pt x="919162" y="56438"/>
                </a:cubicBezTo>
                <a:lnTo>
                  <a:pt x="919162" y="507946"/>
                </a:lnTo>
                <a:cubicBezTo>
                  <a:pt x="919162" y="539116"/>
                  <a:pt x="893894" y="564384"/>
                  <a:pt x="862724" y="564384"/>
                </a:cubicBezTo>
                <a:lnTo>
                  <a:pt x="56438" y="564384"/>
                </a:lnTo>
                <a:cubicBezTo>
                  <a:pt x="25268" y="564384"/>
                  <a:pt x="0" y="539116"/>
                  <a:pt x="0" y="507946"/>
                </a:cubicBezTo>
                <a:lnTo>
                  <a:pt x="0" y="56438"/>
                </a:lnTo>
                <a:close/>
              </a:path>
            </a:pathLst>
          </a:custGeom>
          <a:solidFill>
            <a:srgbClr val="92D050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4310" tIns="29865" rIns="34310" bIns="29865" numCol="1" spcCol="1270" anchor="ctr" anchorCtr="0"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fr-FR" sz="800" dirty="0"/>
              <a:t>EXERCICE PING PONG </a:t>
            </a:r>
          </a:p>
        </p:txBody>
      </p:sp>
      <p:sp>
        <p:nvSpPr>
          <p:cNvPr id="16" name="Forme libre : forme 15">
            <a:extLst>
              <a:ext uri="{FF2B5EF4-FFF2-40B4-BE49-F238E27FC236}">
                <a16:creationId xmlns:a16="http://schemas.microsoft.com/office/drawing/2014/main" id="{92A6764D-3371-0653-8738-FA68A7A5C517}"/>
              </a:ext>
            </a:extLst>
          </p:cNvPr>
          <p:cNvSpPr/>
          <p:nvPr/>
        </p:nvSpPr>
        <p:spPr>
          <a:xfrm>
            <a:off x="6750700" y="3303510"/>
            <a:ext cx="896480" cy="533614"/>
          </a:xfrm>
          <a:custGeom>
            <a:avLst/>
            <a:gdLst>
              <a:gd name="connsiteX0" fmla="*/ 0 w 919162"/>
              <a:gd name="connsiteY0" fmla="*/ 56438 h 564384"/>
              <a:gd name="connsiteX1" fmla="*/ 56438 w 919162"/>
              <a:gd name="connsiteY1" fmla="*/ 0 h 564384"/>
              <a:gd name="connsiteX2" fmla="*/ 862724 w 919162"/>
              <a:gd name="connsiteY2" fmla="*/ 0 h 564384"/>
              <a:gd name="connsiteX3" fmla="*/ 919162 w 919162"/>
              <a:gd name="connsiteY3" fmla="*/ 56438 h 564384"/>
              <a:gd name="connsiteX4" fmla="*/ 919162 w 919162"/>
              <a:gd name="connsiteY4" fmla="*/ 507946 h 564384"/>
              <a:gd name="connsiteX5" fmla="*/ 862724 w 919162"/>
              <a:gd name="connsiteY5" fmla="*/ 564384 h 564384"/>
              <a:gd name="connsiteX6" fmla="*/ 56438 w 919162"/>
              <a:gd name="connsiteY6" fmla="*/ 564384 h 564384"/>
              <a:gd name="connsiteX7" fmla="*/ 0 w 919162"/>
              <a:gd name="connsiteY7" fmla="*/ 507946 h 564384"/>
              <a:gd name="connsiteX8" fmla="*/ 0 w 919162"/>
              <a:gd name="connsiteY8" fmla="*/ 56438 h 564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19162" h="564384">
                <a:moveTo>
                  <a:pt x="0" y="56438"/>
                </a:moveTo>
                <a:cubicBezTo>
                  <a:pt x="0" y="25268"/>
                  <a:pt x="25268" y="0"/>
                  <a:pt x="56438" y="0"/>
                </a:cubicBezTo>
                <a:lnTo>
                  <a:pt x="862724" y="0"/>
                </a:lnTo>
                <a:cubicBezTo>
                  <a:pt x="893894" y="0"/>
                  <a:pt x="919162" y="25268"/>
                  <a:pt x="919162" y="56438"/>
                </a:cubicBezTo>
                <a:lnTo>
                  <a:pt x="919162" y="507946"/>
                </a:lnTo>
                <a:cubicBezTo>
                  <a:pt x="919162" y="539116"/>
                  <a:pt x="893894" y="564384"/>
                  <a:pt x="862724" y="564384"/>
                </a:cubicBezTo>
                <a:lnTo>
                  <a:pt x="56438" y="564384"/>
                </a:lnTo>
                <a:cubicBezTo>
                  <a:pt x="25268" y="564384"/>
                  <a:pt x="0" y="539116"/>
                  <a:pt x="0" y="507946"/>
                </a:cubicBezTo>
                <a:lnTo>
                  <a:pt x="0" y="56438"/>
                </a:lnTo>
                <a:close/>
              </a:path>
            </a:pathLst>
          </a:custGeom>
          <a:solidFill>
            <a:srgbClr val="92D050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4310" tIns="29865" rIns="34310" bIns="29865" numCol="1" spcCol="1270" anchor="ctr" anchorCtr="0">
            <a:noAutofit/>
          </a:bodyPr>
          <a:lstStyle/>
          <a:p>
            <a:pPr marL="0" marR="0" lvl="0" indent="0" algn="ctr" defTabSz="466725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fr-FR" sz="800" dirty="0">
                <a:solidFill>
                  <a:prstClr val="white"/>
                </a:solidFill>
                <a:latin typeface="Calibri"/>
              </a:rPr>
              <a:t>EXERCICE BUILDING TAPTOUCHE</a:t>
            </a:r>
            <a:endParaRPr kumimoji="0" lang="fr-FR" sz="8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739965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rme libre : forme 4">
            <a:extLst>
              <a:ext uri="{FF2B5EF4-FFF2-40B4-BE49-F238E27FC236}">
                <a16:creationId xmlns:a16="http://schemas.microsoft.com/office/drawing/2014/main" id="{6FC0AAEE-7A5E-41EF-A30B-661A51553C17}"/>
              </a:ext>
            </a:extLst>
          </p:cNvPr>
          <p:cNvSpPr/>
          <p:nvPr/>
        </p:nvSpPr>
        <p:spPr>
          <a:xfrm>
            <a:off x="2987824" y="987574"/>
            <a:ext cx="1148953" cy="3703960"/>
          </a:xfrm>
          <a:custGeom>
            <a:avLst/>
            <a:gdLst>
              <a:gd name="connsiteX0" fmla="*/ 0 w 1148953"/>
              <a:gd name="connsiteY0" fmla="*/ 114895 h 3703960"/>
              <a:gd name="connsiteX1" fmla="*/ 114895 w 1148953"/>
              <a:gd name="connsiteY1" fmla="*/ 0 h 3703960"/>
              <a:gd name="connsiteX2" fmla="*/ 1034058 w 1148953"/>
              <a:gd name="connsiteY2" fmla="*/ 0 h 3703960"/>
              <a:gd name="connsiteX3" fmla="*/ 1148953 w 1148953"/>
              <a:gd name="connsiteY3" fmla="*/ 114895 h 3703960"/>
              <a:gd name="connsiteX4" fmla="*/ 1148953 w 1148953"/>
              <a:gd name="connsiteY4" fmla="*/ 3589065 h 3703960"/>
              <a:gd name="connsiteX5" fmla="*/ 1034058 w 1148953"/>
              <a:gd name="connsiteY5" fmla="*/ 3703960 h 3703960"/>
              <a:gd name="connsiteX6" fmla="*/ 114895 w 1148953"/>
              <a:gd name="connsiteY6" fmla="*/ 3703960 h 3703960"/>
              <a:gd name="connsiteX7" fmla="*/ 0 w 1148953"/>
              <a:gd name="connsiteY7" fmla="*/ 3589065 h 3703960"/>
              <a:gd name="connsiteX8" fmla="*/ 0 w 1148953"/>
              <a:gd name="connsiteY8" fmla="*/ 114895 h 3703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48953" h="3703960">
                <a:moveTo>
                  <a:pt x="0" y="114895"/>
                </a:moveTo>
                <a:cubicBezTo>
                  <a:pt x="0" y="51440"/>
                  <a:pt x="51440" y="0"/>
                  <a:pt x="114895" y="0"/>
                </a:cubicBezTo>
                <a:lnTo>
                  <a:pt x="1034058" y="0"/>
                </a:lnTo>
                <a:cubicBezTo>
                  <a:pt x="1097513" y="0"/>
                  <a:pt x="1148953" y="51440"/>
                  <a:pt x="1148953" y="114895"/>
                </a:cubicBezTo>
                <a:lnTo>
                  <a:pt x="1148953" y="3589065"/>
                </a:lnTo>
                <a:cubicBezTo>
                  <a:pt x="1148953" y="3652520"/>
                  <a:pt x="1097513" y="3703960"/>
                  <a:pt x="1034058" y="3703960"/>
                </a:cubicBezTo>
                <a:lnTo>
                  <a:pt x="114895" y="3703960"/>
                </a:lnTo>
                <a:cubicBezTo>
                  <a:pt x="51440" y="3703960"/>
                  <a:pt x="0" y="3652520"/>
                  <a:pt x="0" y="3589065"/>
                </a:cubicBezTo>
                <a:lnTo>
                  <a:pt x="0" y="114895"/>
                </a:lnTo>
                <a:close/>
              </a:path>
            </a:pathLst>
          </a:custGeom>
          <a:solidFill>
            <a:schemeClr val="bg2"/>
          </a:solidFill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0010" tIns="80010" rIns="80010" bIns="2672782" numCol="1" spcCol="1270" anchor="ctr" anchorCtr="0">
            <a:noAutofit/>
          </a:bodyPr>
          <a:lstStyle/>
          <a:p>
            <a:pPr marL="0" marR="0" lvl="0" indent="0" algn="ctr" defTabSz="9334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Lundi</a:t>
            </a:r>
          </a:p>
        </p:txBody>
      </p:sp>
      <p:sp>
        <p:nvSpPr>
          <p:cNvPr id="10" name="Forme libre : forme 9">
            <a:extLst>
              <a:ext uri="{FF2B5EF4-FFF2-40B4-BE49-F238E27FC236}">
                <a16:creationId xmlns:a16="http://schemas.microsoft.com/office/drawing/2014/main" id="{0C96ACF3-6151-4F07-90A7-43C5AD07C218}"/>
              </a:ext>
            </a:extLst>
          </p:cNvPr>
          <p:cNvSpPr/>
          <p:nvPr/>
        </p:nvSpPr>
        <p:spPr>
          <a:xfrm>
            <a:off x="4215135" y="987574"/>
            <a:ext cx="1148953" cy="3703960"/>
          </a:xfrm>
          <a:custGeom>
            <a:avLst/>
            <a:gdLst>
              <a:gd name="connsiteX0" fmla="*/ 0 w 1148953"/>
              <a:gd name="connsiteY0" fmla="*/ 114895 h 3703960"/>
              <a:gd name="connsiteX1" fmla="*/ 114895 w 1148953"/>
              <a:gd name="connsiteY1" fmla="*/ 0 h 3703960"/>
              <a:gd name="connsiteX2" fmla="*/ 1034058 w 1148953"/>
              <a:gd name="connsiteY2" fmla="*/ 0 h 3703960"/>
              <a:gd name="connsiteX3" fmla="*/ 1148953 w 1148953"/>
              <a:gd name="connsiteY3" fmla="*/ 114895 h 3703960"/>
              <a:gd name="connsiteX4" fmla="*/ 1148953 w 1148953"/>
              <a:gd name="connsiteY4" fmla="*/ 3589065 h 3703960"/>
              <a:gd name="connsiteX5" fmla="*/ 1034058 w 1148953"/>
              <a:gd name="connsiteY5" fmla="*/ 3703960 h 3703960"/>
              <a:gd name="connsiteX6" fmla="*/ 114895 w 1148953"/>
              <a:gd name="connsiteY6" fmla="*/ 3703960 h 3703960"/>
              <a:gd name="connsiteX7" fmla="*/ 0 w 1148953"/>
              <a:gd name="connsiteY7" fmla="*/ 3589065 h 3703960"/>
              <a:gd name="connsiteX8" fmla="*/ 0 w 1148953"/>
              <a:gd name="connsiteY8" fmla="*/ 114895 h 3703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48953" h="3703960">
                <a:moveTo>
                  <a:pt x="0" y="114895"/>
                </a:moveTo>
                <a:cubicBezTo>
                  <a:pt x="0" y="51440"/>
                  <a:pt x="51440" y="0"/>
                  <a:pt x="114895" y="0"/>
                </a:cubicBezTo>
                <a:lnTo>
                  <a:pt x="1034058" y="0"/>
                </a:lnTo>
                <a:cubicBezTo>
                  <a:pt x="1097513" y="0"/>
                  <a:pt x="1148953" y="51440"/>
                  <a:pt x="1148953" y="114895"/>
                </a:cubicBezTo>
                <a:lnTo>
                  <a:pt x="1148953" y="3589065"/>
                </a:lnTo>
                <a:cubicBezTo>
                  <a:pt x="1148953" y="3652520"/>
                  <a:pt x="1097513" y="3703960"/>
                  <a:pt x="1034058" y="3703960"/>
                </a:cubicBezTo>
                <a:lnTo>
                  <a:pt x="114895" y="3703960"/>
                </a:lnTo>
                <a:cubicBezTo>
                  <a:pt x="51440" y="3703960"/>
                  <a:pt x="0" y="3652520"/>
                  <a:pt x="0" y="3589065"/>
                </a:cubicBezTo>
                <a:lnTo>
                  <a:pt x="0" y="114895"/>
                </a:lnTo>
                <a:close/>
              </a:path>
            </a:pathLst>
          </a:custGeom>
          <a:solidFill>
            <a:schemeClr val="bg2"/>
          </a:solidFill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0010" tIns="80010" rIns="80010" bIns="2672782" numCol="1" spcCol="1270" anchor="ctr" anchorCtr="0">
            <a:noAutofit/>
          </a:bodyPr>
          <a:lstStyle/>
          <a:p>
            <a:pPr marL="0" marR="0" lvl="0" indent="0" algn="ctr" defTabSz="9334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Mardi</a:t>
            </a:r>
          </a:p>
        </p:txBody>
      </p:sp>
      <p:sp>
        <p:nvSpPr>
          <p:cNvPr id="15" name="Forme libre : forme 14">
            <a:extLst>
              <a:ext uri="{FF2B5EF4-FFF2-40B4-BE49-F238E27FC236}">
                <a16:creationId xmlns:a16="http://schemas.microsoft.com/office/drawing/2014/main" id="{EA58F31B-2591-43A8-8295-A9A876B7F97C}"/>
              </a:ext>
            </a:extLst>
          </p:cNvPr>
          <p:cNvSpPr/>
          <p:nvPr/>
        </p:nvSpPr>
        <p:spPr>
          <a:xfrm>
            <a:off x="5409163" y="987574"/>
            <a:ext cx="1148953" cy="3703960"/>
          </a:xfrm>
          <a:custGeom>
            <a:avLst/>
            <a:gdLst>
              <a:gd name="connsiteX0" fmla="*/ 0 w 1148953"/>
              <a:gd name="connsiteY0" fmla="*/ 114895 h 3703960"/>
              <a:gd name="connsiteX1" fmla="*/ 114895 w 1148953"/>
              <a:gd name="connsiteY1" fmla="*/ 0 h 3703960"/>
              <a:gd name="connsiteX2" fmla="*/ 1034058 w 1148953"/>
              <a:gd name="connsiteY2" fmla="*/ 0 h 3703960"/>
              <a:gd name="connsiteX3" fmla="*/ 1148953 w 1148953"/>
              <a:gd name="connsiteY3" fmla="*/ 114895 h 3703960"/>
              <a:gd name="connsiteX4" fmla="*/ 1148953 w 1148953"/>
              <a:gd name="connsiteY4" fmla="*/ 3589065 h 3703960"/>
              <a:gd name="connsiteX5" fmla="*/ 1034058 w 1148953"/>
              <a:gd name="connsiteY5" fmla="*/ 3703960 h 3703960"/>
              <a:gd name="connsiteX6" fmla="*/ 114895 w 1148953"/>
              <a:gd name="connsiteY6" fmla="*/ 3703960 h 3703960"/>
              <a:gd name="connsiteX7" fmla="*/ 0 w 1148953"/>
              <a:gd name="connsiteY7" fmla="*/ 3589065 h 3703960"/>
              <a:gd name="connsiteX8" fmla="*/ 0 w 1148953"/>
              <a:gd name="connsiteY8" fmla="*/ 114895 h 3703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48953" h="3703960">
                <a:moveTo>
                  <a:pt x="0" y="114895"/>
                </a:moveTo>
                <a:cubicBezTo>
                  <a:pt x="0" y="51440"/>
                  <a:pt x="51440" y="0"/>
                  <a:pt x="114895" y="0"/>
                </a:cubicBezTo>
                <a:lnTo>
                  <a:pt x="1034058" y="0"/>
                </a:lnTo>
                <a:cubicBezTo>
                  <a:pt x="1097513" y="0"/>
                  <a:pt x="1148953" y="51440"/>
                  <a:pt x="1148953" y="114895"/>
                </a:cubicBezTo>
                <a:lnTo>
                  <a:pt x="1148953" y="3589065"/>
                </a:lnTo>
                <a:cubicBezTo>
                  <a:pt x="1148953" y="3652520"/>
                  <a:pt x="1097513" y="3703960"/>
                  <a:pt x="1034058" y="3703960"/>
                </a:cubicBezTo>
                <a:lnTo>
                  <a:pt x="114895" y="3703960"/>
                </a:lnTo>
                <a:cubicBezTo>
                  <a:pt x="51440" y="3703960"/>
                  <a:pt x="0" y="3652520"/>
                  <a:pt x="0" y="3589065"/>
                </a:cubicBezTo>
                <a:lnTo>
                  <a:pt x="0" y="114895"/>
                </a:lnTo>
                <a:close/>
              </a:path>
            </a:pathLst>
          </a:custGeom>
          <a:solidFill>
            <a:schemeClr val="bg2"/>
          </a:solidFill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0010" tIns="80010" rIns="80010" bIns="2672782" numCol="1" spcCol="1270" anchor="ctr" anchorCtr="0">
            <a:noAutofit/>
          </a:bodyPr>
          <a:lstStyle/>
          <a:p>
            <a:pPr marL="0" marR="0" lvl="0" indent="0" algn="ctr" defTabSz="9334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Mercredi</a:t>
            </a:r>
          </a:p>
        </p:txBody>
      </p:sp>
      <p:sp>
        <p:nvSpPr>
          <p:cNvPr id="20" name="Forme libre : forme 19">
            <a:extLst>
              <a:ext uri="{FF2B5EF4-FFF2-40B4-BE49-F238E27FC236}">
                <a16:creationId xmlns:a16="http://schemas.microsoft.com/office/drawing/2014/main" id="{1EDE1AE7-BD1B-4824-8E39-BDE1ACB734E2}"/>
              </a:ext>
            </a:extLst>
          </p:cNvPr>
          <p:cNvSpPr/>
          <p:nvPr/>
        </p:nvSpPr>
        <p:spPr>
          <a:xfrm>
            <a:off x="6666028" y="1036406"/>
            <a:ext cx="1148953" cy="3703960"/>
          </a:xfrm>
          <a:custGeom>
            <a:avLst/>
            <a:gdLst>
              <a:gd name="connsiteX0" fmla="*/ 0 w 1148953"/>
              <a:gd name="connsiteY0" fmla="*/ 114895 h 3703960"/>
              <a:gd name="connsiteX1" fmla="*/ 114895 w 1148953"/>
              <a:gd name="connsiteY1" fmla="*/ 0 h 3703960"/>
              <a:gd name="connsiteX2" fmla="*/ 1034058 w 1148953"/>
              <a:gd name="connsiteY2" fmla="*/ 0 h 3703960"/>
              <a:gd name="connsiteX3" fmla="*/ 1148953 w 1148953"/>
              <a:gd name="connsiteY3" fmla="*/ 114895 h 3703960"/>
              <a:gd name="connsiteX4" fmla="*/ 1148953 w 1148953"/>
              <a:gd name="connsiteY4" fmla="*/ 3589065 h 3703960"/>
              <a:gd name="connsiteX5" fmla="*/ 1034058 w 1148953"/>
              <a:gd name="connsiteY5" fmla="*/ 3703960 h 3703960"/>
              <a:gd name="connsiteX6" fmla="*/ 114895 w 1148953"/>
              <a:gd name="connsiteY6" fmla="*/ 3703960 h 3703960"/>
              <a:gd name="connsiteX7" fmla="*/ 0 w 1148953"/>
              <a:gd name="connsiteY7" fmla="*/ 3589065 h 3703960"/>
              <a:gd name="connsiteX8" fmla="*/ 0 w 1148953"/>
              <a:gd name="connsiteY8" fmla="*/ 114895 h 3703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48953" h="3703960">
                <a:moveTo>
                  <a:pt x="0" y="114895"/>
                </a:moveTo>
                <a:cubicBezTo>
                  <a:pt x="0" y="51440"/>
                  <a:pt x="51440" y="0"/>
                  <a:pt x="114895" y="0"/>
                </a:cubicBezTo>
                <a:lnTo>
                  <a:pt x="1034058" y="0"/>
                </a:lnTo>
                <a:cubicBezTo>
                  <a:pt x="1097513" y="0"/>
                  <a:pt x="1148953" y="51440"/>
                  <a:pt x="1148953" y="114895"/>
                </a:cubicBezTo>
                <a:lnTo>
                  <a:pt x="1148953" y="3589065"/>
                </a:lnTo>
                <a:cubicBezTo>
                  <a:pt x="1148953" y="3652520"/>
                  <a:pt x="1097513" y="3703960"/>
                  <a:pt x="1034058" y="3703960"/>
                </a:cubicBezTo>
                <a:lnTo>
                  <a:pt x="114895" y="3703960"/>
                </a:lnTo>
                <a:cubicBezTo>
                  <a:pt x="51440" y="3703960"/>
                  <a:pt x="0" y="3652520"/>
                  <a:pt x="0" y="3589065"/>
                </a:cubicBezTo>
                <a:lnTo>
                  <a:pt x="0" y="114895"/>
                </a:lnTo>
                <a:close/>
              </a:path>
            </a:pathLst>
          </a:custGeom>
          <a:solidFill>
            <a:schemeClr val="bg2"/>
          </a:solidFill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0010" tIns="80010" rIns="80010" bIns="2672782" numCol="1" spcCol="1270" anchor="ctr" anchorCtr="0">
            <a:noAutofit/>
          </a:bodyPr>
          <a:lstStyle/>
          <a:p>
            <a:pPr marL="0" marR="0" lvl="0" indent="0" algn="ctr" defTabSz="9334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Jeudi</a:t>
            </a:r>
          </a:p>
        </p:txBody>
      </p:sp>
      <p:sp>
        <p:nvSpPr>
          <p:cNvPr id="25" name="Forme libre : forme 24">
            <a:extLst>
              <a:ext uri="{FF2B5EF4-FFF2-40B4-BE49-F238E27FC236}">
                <a16:creationId xmlns:a16="http://schemas.microsoft.com/office/drawing/2014/main" id="{CF330FBC-9D8D-484E-ABAC-ECB1278513DF}"/>
              </a:ext>
            </a:extLst>
          </p:cNvPr>
          <p:cNvSpPr/>
          <p:nvPr/>
        </p:nvSpPr>
        <p:spPr>
          <a:xfrm>
            <a:off x="7879412" y="987574"/>
            <a:ext cx="1148953" cy="3703960"/>
          </a:xfrm>
          <a:custGeom>
            <a:avLst/>
            <a:gdLst>
              <a:gd name="connsiteX0" fmla="*/ 0 w 1148953"/>
              <a:gd name="connsiteY0" fmla="*/ 114895 h 3703960"/>
              <a:gd name="connsiteX1" fmla="*/ 114895 w 1148953"/>
              <a:gd name="connsiteY1" fmla="*/ 0 h 3703960"/>
              <a:gd name="connsiteX2" fmla="*/ 1034058 w 1148953"/>
              <a:gd name="connsiteY2" fmla="*/ 0 h 3703960"/>
              <a:gd name="connsiteX3" fmla="*/ 1148953 w 1148953"/>
              <a:gd name="connsiteY3" fmla="*/ 114895 h 3703960"/>
              <a:gd name="connsiteX4" fmla="*/ 1148953 w 1148953"/>
              <a:gd name="connsiteY4" fmla="*/ 3589065 h 3703960"/>
              <a:gd name="connsiteX5" fmla="*/ 1034058 w 1148953"/>
              <a:gd name="connsiteY5" fmla="*/ 3703960 h 3703960"/>
              <a:gd name="connsiteX6" fmla="*/ 114895 w 1148953"/>
              <a:gd name="connsiteY6" fmla="*/ 3703960 h 3703960"/>
              <a:gd name="connsiteX7" fmla="*/ 0 w 1148953"/>
              <a:gd name="connsiteY7" fmla="*/ 3589065 h 3703960"/>
              <a:gd name="connsiteX8" fmla="*/ 0 w 1148953"/>
              <a:gd name="connsiteY8" fmla="*/ 114895 h 3703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48953" h="3703960">
                <a:moveTo>
                  <a:pt x="0" y="114895"/>
                </a:moveTo>
                <a:cubicBezTo>
                  <a:pt x="0" y="51440"/>
                  <a:pt x="51440" y="0"/>
                  <a:pt x="114895" y="0"/>
                </a:cubicBezTo>
                <a:lnTo>
                  <a:pt x="1034058" y="0"/>
                </a:lnTo>
                <a:cubicBezTo>
                  <a:pt x="1097513" y="0"/>
                  <a:pt x="1148953" y="51440"/>
                  <a:pt x="1148953" y="114895"/>
                </a:cubicBezTo>
                <a:lnTo>
                  <a:pt x="1148953" y="3589065"/>
                </a:lnTo>
                <a:cubicBezTo>
                  <a:pt x="1148953" y="3652520"/>
                  <a:pt x="1097513" y="3703960"/>
                  <a:pt x="1034058" y="3703960"/>
                </a:cubicBezTo>
                <a:lnTo>
                  <a:pt x="114895" y="3703960"/>
                </a:lnTo>
                <a:cubicBezTo>
                  <a:pt x="51440" y="3703960"/>
                  <a:pt x="0" y="3652520"/>
                  <a:pt x="0" y="3589065"/>
                </a:cubicBezTo>
                <a:lnTo>
                  <a:pt x="0" y="114895"/>
                </a:lnTo>
                <a:close/>
              </a:path>
            </a:pathLst>
          </a:custGeom>
          <a:solidFill>
            <a:schemeClr val="bg2"/>
          </a:solidFill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0010" tIns="80010" rIns="80010" bIns="2672782" numCol="1" spcCol="1270" anchor="ctr" anchorCtr="0">
            <a:noAutofit/>
          </a:bodyPr>
          <a:lstStyle/>
          <a:p>
            <a:pPr marL="0" marR="0" lvl="0" indent="0" algn="ctr" defTabSz="9334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Vendredi</a:t>
            </a:r>
          </a:p>
        </p:txBody>
      </p:sp>
      <p:sp>
        <p:nvSpPr>
          <p:cNvPr id="4" name="ZoneTexte 3"/>
          <p:cNvSpPr txBox="1"/>
          <p:nvPr/>
        </p:nvSpPr>
        <p:spPr>
          <a:xfrm>
            <a:off x="2915816" y="339502"/>
            <a:ext cx="6048672" cy="510778"/>
          </a:xfrm>
          <a:prstGeom prst="round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semaine 4</a:t>
            </a:r>
          </a:p>
        </p:txBody>
      </p:sp>
      <p:sp>
        <p:nvSpPr>
          <p:cNvPr id="3" name="Forme libre : forme 2">
            <a:extLst>
              <a:ext uri="{FF2B5EF4-FFF2-40B4-BE49-F238E27FC236}">
                <a16:creationId xmlns:a16="http://schemas.microsoft.com/office/drawing/2014/main" id="{4883B455-29A9-B8A4-230A-77378789FEFC}"/>
              </a:ext>
            </a:extLst>
          </p:cNvPr>
          <p:cNvSpPr/>
          <p:nvPr/>
        </p:nvSpPr>
        <p:spPr>
          <a:xfrm>
            <a:off x="3076773" y="3870107"/>
            <a:ext cx="950299" cy="589311"/>
          </a:xfrm>
          <a:custGeom>
            <a:avLst/>
            <a:gdLst>
              <a:gd name="connsiteX0" fmla="*/ 0 w 919162"/>
              <a:gd name="connsiteY0" fmla="*/ 56438 h 564384"/>
              <a:gd name="connsiteX1" fmla="*/ 56438 w 919162"/>
              <a:gd name="connsiteY1" fmla="*/ 0 h 564384"/>
              <a:gd name="connsiteX2" fmla="*/ 862724 w 919162"/>
              <a:gd name="connsiteY2" fmla="*/ 0 h 564384"/>
              <a:gd name="connsiteX3" fmla="*/ 919162 w 919162"/>
              <a:gd name="connsiteY3" fmla="*/ 56438 h 564384"/>
              <a:gd name="connsiteX4" fmla="*/ 919162 w 919162"/>
              <a:gd name="connsiteY4" fmla="*/ 507946 h 564384"/>
              <a:gd name="connsiteX5" fmla="*/ 862724 w 919162"/>
              <a:gd name="connsiteY5" fmla="*/ 564384 h 564384"/>
              <a:gd name="connsiteX6" fmla="*/ 56438 w 919162"/>
              <a:gd name="connsiteY6" fmla="*/ 564384 h 564384"/>
              <a:gd name="connsiteX7" fmla="*/ 0 w 919162"/>
              <a:gd name="connsiteY7" fmla="*/ 507946 h 564384"/>
              <a:gd name="connsiteX8" fmla="*/ 0 w 919162"/>
              <a:gd name="connsiteY8" fmla="*/ 56438 h 564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19162" h="564384">
                <a:moveTo>
                  <a:pt x="0" y="56438"/>
                </a:moveTo>
                <a:cubicBezTo>
                  <a:pt x="0" y="25268"/>
                  <a:pt x="25268" y="0"/>
                  <a:pt x="56438" y="0"/>
                </a:cubicBezTo>
                <a:lnTo>
                  <a:pt x="862724" y="0"/>
                </a:lnTo>
                <a:cubicBezTo>
                  <a:pt x="893894" y="0"/>
                  <a:pt x="919162" y="25268"/>
                  <a:pt x="919162" y="56438"/>
                </a:cubicBezTo>
                <a:lnTo>
                  <a:pt x="919162" y="507946"/>
                </a:lnTo>
                <a:cubicBezTo>
                  <a:pt x="919162" y="539116"/>
                  <a:pt x="893894" y="564384"/>
                  <a:pt x="862724" y="564384"/>
                </a:cubicBezTo>
                <a:lnTo>
                  <a:pt x="56438" y="564384"/>
                </a:lnTo>
                <a:cubicBezTo>
                  <a:pt x="25268" y="564384"/>
                  <a:pt x="0" y="539116"/>
                  <a:pt x="0" y="507946"/>
                </a:cubicBezTo>
                <a:lnTo>
                  <a:pt x="0" y="56438"/>
                </a:lnTo>
                <a:close/>
              </a:path>
            </a:pathLst>
          </a:custGeom>
          <a:solidFill>
            <a:srgbClr val="92D050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4470" tIns="37485" rIns="44470" bIns="37485" numCol="1" spcCol="1270" anchor="ctr" anchorCtr="0">
            <a:noAutofit/>
          </a:bodyPr>
          <a:lstStyle/>
          <a:p>
            <a:pPr algn="ctr" defTabSz="46672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fr-FR" sz="800" dirty="0">
                <a:solidFill>
                  <a:prstClr val="white"/>
                </a:solidFill>
                <a:latin typeface="Calibri"/>
              </a:rPr>
              <a:t>EXECICE </a:t>
            </a:r>
            <a:r>
              <a:rPr kumimoji="0" lang="fr-FR" sz="8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CASSE BRIQUE</a:t>
            </a:r>
          </a:p>
        </p:txBody>
      </p:sp>
      <p:sp>
        <p:nvSpPr>
          <p:cNvPr id="6" name="Forme libre : forme 5">
            <a:extLst>
              <a:ext uri="{FF2B5EF4-FFF2-40B4-BE49-F238E27FC236}">
                <a16:creationId xmlns:a16="http://schemas.microsoft.com/office/drawing/2014/main" id="{9450FD0D-1188-7732-76AF-B869F8FD1D53}"/>
              </a:ext>
            </a:extLst>
          </p:cNvPr>
          <p:cNvSpPr/>
          <p:nvPr/>
        </p:nvSpPr>
        <p:spPr>
          <a:xfrm>
            <a:off x="3076774" y="2446747"/>
            <a:ext cx="919162" cy="557050"/>
          </a:xfrm>
          <a:custGeom>
            <a:avLst/>
            <a:gdLst>
              <a:gd name="connsiteX0" fmla="*/ 0 w 919162"/>
              <a:gd name="connsiteY0" fmla="*/ 56438 h 564384"/>
              <a:gd name="connsiteX1" fmla="*/ 56438 w 919162"/>
              <a:gd name="connsiteY1" fmla="*/ 0 h 564384"/>
              <a:gd name="connsiteX2" fmla="*/ 862724 w 919162"/>
              <a:gd name="connsiteY2" fmla="*/ 0 h 564384"/>
              <a:gd name="connsiteX3" fmla="*/ 919162 w 919162"/>
              <a:gd name="connsiteY3" fmla="*/ 56438 h 564384"/>
              <a:gd name="connsiteX4" fmla="*/ 919162 w 919162"/>
              <a:gd name="connsiteY4" fmla="*/ 507946 h 564384"/>
              <a:gd name="connsiteX5" fmla="*/ 862724 w 919162"/>
              <a:gd name="connsiteY5" fmla="*/ 564384 h 564384"/>
              <a:gd name="connsiteX6" fmla="*/ 56438 w 919162"/>
              <a:gd name="connsiteY6" fmla="*/ 564384 h 564384"/>
              <a:gd name="connsiteX7" fmla="*/ 0 w 919162"/>
              <a:gd name="connsiteY7" fmla="*/ 507946 h 564384"/>
              <a:gd name="connsiteX8" fmla="*/ 0 w 919162"/>
              <a:gd name="connsiteY8" fmla="*/ 56438 h 564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19162" h="564384">
                <a:moveTo>
                  <a:pt x="0" y="56438"/>
                </a:moveTo>
                <a:cubicBezTo>
                  <a:pt x="0" y="25268"/>
                  <a:pt x="25268" y="0"/>
                  <a:pt x="56438" y="0"/>
                </a:cubicBezTo>
                <a:lnTo>
                  <a:pt x="862724" y="0"/>
                </a:lnTo>
                <a:cubicBezTo>
                  <a:pt x="893894" y="0"/>
                  <a:pt x="919162" y="25268"/>
                  <a:pt x="919162" y="56438"/>
                </a:cubicBezTo>
                <a:lnTo>
                  <a:pt x="919162" y="507946"/>
                </a:lnTo>
                <a:cubicBezTo>
                  <a:pt x="919162" y="539116"/>
                  <a:pt x="893894" y="564384"/>
                  <a:pt x="862724" y="564384"/>
                </a:cubicBezTo>
                <a:lnTo>
                  <a:pt x="56438" y="564384"/>
                </a:lnTo>
                <a:cubicBezTo>
                  <a:pt x="25268" y="564384"/>
                  <a:pt x="0" y="539116"/>
                  <a:pt x="0" y="507946"/>
                </a:cubicBezTo>
                <a:lnTo>
                  <a:pt x="0" y="56438"/>
                </a:lnTo>
                <a:close/>
              </a:path>
            </a:pathLst>
          </a:custGeom>
          <a:solidFill>
            <a:srgbClr val="92D050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4470" tIns="37485" rIns="44470" bIns="37485" numCol="1" spcCol="1270" anchor="ctr" anchorCtr="0">
            <a:noAutofit/>
          </a:bodyPr>
          <a:lstStyle/>
          <a:p>
            <a:pPr marL="0" marR="0" lvl="0" indent="0" algn="ctr" defTabSz="466725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fr-FR" sz="800" dirty="0">
                <a:solidFill>
                  <a:prstClr val="white"/>
                </a:solidFill>
                <a:latin typeface="Calibri"/>
              </a:rPr>
              <a:t>EXECICE </a:t>
            </a:r>
            <a:r>
              <a:rPr kumimoji="0" lang="fr-FR" sz="8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CASSE BRIQUE</a:t>
            </a:r>
          </a:p>
        </p:txBody>
      </p:sp>
      <p:sp>
        <p:nvSpPr>
          <p:cNvPr id="7" name="Forme libre : forme 6">
            <a:extLst>
              <a:ext uri="{FF2B5EF4-FFF2-40B4-BE49-F238E27FC236}">
                <a16:creationId xmlns:a16="http://schemas.microsoft.com/office/drawing/2014/main" id="{D5B4F359-6B55-01E6-E8C0-D834B31C574D}"/>
              </a:ext>
            </a:extLst>
          </p:cNvPr>
          <p:cNvSpPr/>
          <p:nvPr/>
        </p:nvSpPr>
        <p:spPr>
          <a:xfrm>
            <a:off x="3076774" y="1779662"/>
            <a:ext cx="919162" cy="571638"/>
          </a:xfrm>
          <a:custGeom>
            <a:avLst/>
            <a:gdLst>
              <a:gd name="connsiteX0" fmla="*/ 0 w 919162"/>
              <a:gd name="connsiteY0" fmla="*/ 56438 h 564384"/>
              <a:gd name="connsiteX1" fmla="*/ 56438 w 919162"/>
              <a:gd name="connsiteY1" fmla="*/ 0 h 564384"/>
              <a:gd name="connsiteX2" fmla="*/ 862724 w 919162"/>
              <a:gd name="connsiteY2" fmla="*/ 0 h 564384"/>
              <a:gd name="connsiteX3" fmla="*/ 919162 w 919162"/>
              <a:gd name="connsiteY3" fmla="*/ 56438 h 564384"/>
              <a:gd name="connsiteX4" fmla="*/ 919162 w 919162"/>
              <a:gd name="connsiteY4" fmla="*/ 507946 h 564384"/>
              <a:gd name="connsiteX5" fmla="*/ 862724 w 919162"/>
              <a:gd name="connsiteY5" fmla="*/ 564384 h 564384"/>
              <a:gd name="connsiteX6" fmla="*/ 56438 w 919162"/>
              <a:gd name="connsiteY6" fmla="*/ 564384 h 564384"/>
              <a:gd name="connsiteX7" fmla="*/ 0 w 919162"/>
              <a:gd name="connsiteY7" fmla="*/ 507946 h 564384"/>
              <a:gd name="connsiteX8" fmla="*/ 0 w 919162"/>
              <a:gd name="connsiteY8" fmla="*/ 56438 h 564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19162" h="564384">
                <a:moveTo>
                  <a:pt x="0" y="56438"/>
                </a:moveTo>
                <a:cubicBezTo>
                  <a:pt x="0" y="25268"/>
                  <a:pt x="25268" y="0"/>
                  <a:pt x="56438" y="0"/>
                </a:cubicBezTo>
                <a:lnTo>
                  <a:pt x="862724" y="0"/>
                </a:lnTo>
                <a:cubicBezTo>
                  <a:pt x="893894" y="0"/>
                  <a:pt x="919162" y="25268"/>
                  <a:pt x="919162" y="56438"/>
                </a:cubicBezTo>
                <a:lnTo>
                  <a:pt x="919162" y="507946"/>
                </a:lnTo>
                <a:cubicBezTo>
                  <a:pt x="919162" y="539116"/>
                  <a:pt x="893894" y="564384"/>
                  <a:pt x="862724" y="564384"/>
                </a:cubicBezTo>
                <a:lnTo>
                  <a:pt x="56438" y="564384"/>
                </a:lnTo>
                <a:cubicBezTo>
                  <a:pt x="25268" y="564384"/>
                  <a:pt x="0" y="539116"/>
                  <a:pt x="0" y="507946"/>
                </a:cubicBezTo>
                <a:lnTo>
                  <a:pt x="0" y="56438"/>
                </a:lnTo>
                <a:close/>
              </a:path>
            </a:pathLst>
          </a:custGeom>
          <a:solidFill>
            <a:srgbClr val="FFC000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4470" tIns="37485" rIns="44470" bIns="37485" numCol="1" spcCol="1270" anchor="ctr" anchorCtr="0">
            <a:noAutofit/>
          </a:bodyPr>
          <a:lstStyle/>
          <a:p>
            <a:pPr marL="0" marR="0" lvl="0" indent="0" algn="ctr" defTabSz="466725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fr-FR" sz="900" dirty="0">
                <a:solidFill>
                  <a:prstClr val="white"/>
                </a:solidFill>
                <a:latin typeface="Calibri"/>
              </a:rPr>
              <a:t>CANVAS</a:t>
            </a:r>
            <a:endParaRPr kumimoji="0" lang="fr-FR" sz="105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Forme libre : forme 8">
            <a:extLst>
              <a:ext uri="{FF2B5EF4-FFF2-40B4-BE49-F238E27FC236}">
                <a16:creationId xmlns:a16="http://schemas.microsoft.com/office/drawing/2014/main" id="{0635EE73-E357-EE59-C198-376D18106AC8}"/>
              </a:ext>
            </a:extLst>
          </p:cNvPr>
          <p:cNvSpPr/>
          <p:nvPr/>
        </p:nvSpPr>
        <p:spPr>
          <a:xfrm>
            <a:off x="7956376" y="1779662"/>
            <a:ext cx="919162" cy="571638"/>
          </a:xfrm>
          <a:custGeom>
            <a:avLst/>
            <a:gdLst>
              <a:gd name="connsiteX0" fmla="*/ 0 w 919162"/>
              <a:gd name="connsiteY0" fmla="*/ 56438 h 564384"/>
              <a:gd name="connsiteX1" fmla="*/ 56438 w 919162"/>
              <a:gd name="connsiteY1" fmla="*/ 0 h 564384"/>
              <a:gd name="connsiteX2" fmla="*/ 862724 w 919162"/>
              <a:gd name="connsiteY2" fmla="*/ 0 h 564384"/>
              <a:gd name="connsiteX3" fmla="*/ 919162 w 919162"/>
              <a:gd name="connsiteY3" fmla="*/ 56438 h 564384"/>
              <a:gd name="connsiteX4" fmla="*/ 919162 w 919162"/>
              <a:gd name="connsiteY4" fmla="*/ 507946 h 564384"/>
              <a:gd name="connsiteX5" fmla="*/ 862724 w 919162"/>
              <a:gd name="connsiteY5" fmla="*/ 564384 h 564384"/>
              <a:gd name="connsiteX6" fmla="*/ 56438 w 919162"/>
              <a:gd name="connsiteY6" fmla="*/ 564384 h 564384"/>
              <a:gd name="connsiteX7" fmla="*/ 0 w 919162"/>
              <a:gd name="connsiteY7" fmla="*/ 507946 h 564384"/>
              <a:gd name="connsiteX8" fmla="*/ 0 w 919162"/>
              <a:gd name="connsiteY8" fmla="*/ 56438 h 564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19162" h="564384">
                <a:moveTo>
                  <a:pt x="0" y="56438"/>
                </a:moveTo>
                <a:cubicBezTo>
                  <a:pt x="0" y="25268"/>
                  <a:pt x="25268" y="0"/>
                  <a:pt x="56438" y="0"/>
                </a:cubicBezTo>
                <a:lnTo>
                  <a:pt x="862724" y="0"/>
                </a:lnTo>
                <a:cubicBezTo>
                  <a:pt x="893894" y="0"/>
                  <a:pt x="919162" y="25268"/>
                  <a:pt x="919162" y="56438"/>
                </a:cubicBezTo>
                <a:lnTo>
                  <a:pt x="919162" y="507946"/>
                </a:lnTo>
                <a:cubicBezTo>
                  <a:pt x="919162" y="539116"/>
                  <a:pt x="893894" y="564384"/>
                  <a:pt x="862724" y="564384"/>
                </a:cubicBezTo>
                <a:lnTo>
                  <a:pt x="56438" y="564384"/>
                </a:lnTo>
                <a:cubicBezTo>
                  <a:pt x="25268" y="564384"/>
                  <a:pt x="0" y="539116"/>
                  <a:pt x="0" y="507946"/>
                </a:cubicBezTo>
                <a:lnTo>
                  <a:pt x="0" y="56438"/>
                </a:lnTo>
                <a:close/>
              </a:path>
            </a:pathLst>
          </a:custGeom>
          <a:solidFill>
            <a:srgbClr val="92D050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4470" tIns="37485" rIns="44470" bIns="37485" numCol="1" spcCol="1270" anchor="ctr" anchorCtr="0">
            <a:noAutofit/>
          </a:bodyPr>
          <a:lstStyle/>
          <a:p>
            <a:pPr algn="ctr" defTabSz="46672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kumimoji="0" lang="fr-FR" sz="8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PROJET TODOLIST</a:t>
            </a:r>
          </a:p>
        </p:txBody>
      </p:sp>
      <p:sp>
        <p:nvSpPr>
          <p:cNvPr id="11" name="Forme libre : forme 10">
            <a:extLst>
              <a:ext uri="{FF2B5EF4-FFF2-40B4-BE49-F238E27FC236}">
                <a16:creationId xmlns:a16="http://schemas.microsoft.com/office/drawing/2014/main" id="{138056EC-F10C-D108-140D-5373D7BB66A7}"/>
              </a:ext>
            </a:extLst>
          </p:cNvPr>
          <p:cNvSpPr/>
          <p:nvPr/>
        </p:nvSpPr>
        <p:spPr>
          <a:xfrm>
            <a:off x="7956376" y="2446746"/>
            <a:ext cx="919162" cy="557052"/>
          </a:xfrm>
          <a:custGeom>
            <a:avLst/>
            <a:gdLst>
              <a:gd name="connsiteX0" fmla="*/ 0 w 919162"/>
              <a:gd name="connsiteY0" fmla="*/ 56438 h 564384"/>
              <a:gd name="connsiteX1" fmla="*/ 56438 w 919162"/>
              <a:gd name="connsiteY1" fmla="*/ 0 h 564384"/>
              <a:gd name="connsiteX2" fmla="*/ 862724 w 919162"/>
              <a:gd name="connsiteY2" fmla="*/ 0 h 564384"/>
              <a:gd name="connsiteX3" fmla="*/ 919162 w 919162"/>
              <a:gd name="connsiteY3" fmla="*/ 56438 h 564384"/>
              <a:gd name="connsiteX4" fmla="*/ 919162 w 919162"/>
              <a:gd name="connsiteY4" fmla="*/ 507946 h 564384"/>
              <a:gd name="connsiteX5" fmla="*/ 862724 w 919162"/>
              <a:gd name="connsiteY5" fmla="*/ 564384 h 564384"/>
              <a:gd name="connsiteX6" fmla="*/ 56438 w 919162"/>
              <a:gd name="connsiteY6" fmla="*/ 564384 h 564384"/>
              <a:gd name="connsiteX7" fmla="*/ 0 w 919162"/>
              <a:gd name="connsiteY7" fmla="*/ 507946 h 564384"/>
              <a:gd name="connsiteX8" fmla="*/ 0 w 919162"/>
              <a:gd name="connsiteY8" fmla="*/ 56438 h 564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19162" h="564384">
                <a:moveTo>
                  <a:pt x="0" y="56438"/>
                </a:moveTo>
                <a:cubicBezTo>
                  <a:pt x="0" y="25268"/>
                  <a:pt x="25268" y="0"/>
                  <a:pt x="56438" y="0"/>
                </a:cubicBezTo>
                <a:lnTo>
                  <a:pt x="862724" y="0"/>
                </a:lnTo>
                <a:cubicBezTo>
                  <a:pt x="893894" y="0"/>
                  <a:pt x="919162" y="25268"/>
                  <a:pt x="919162" y="56438"/>
                </a:cubicBezTo>
                <a:lnTo>
                  <a:pt x="919162" y="507946"/>
                </a:lnTo>
                <a:cubicBezTo>
                  <a:pt x="919162" y="539116"/>
                  <a:pt x="893894" y="564384"/>
                  <a:pt x="862724" y="564384"/>
                </a:cubicBezTo>
                <a:lnTo>
                  <a:pt x="56438" y="564384"/>
                </a:lnTo>
                <a:cubicBezTo>
                  <a:pt x="25268" y="564384"/>
                  <a:pt x="0" y="539116"/>
                  <a:pt x="0" y="507946"/>
                </a:cubicBezTo>
                <a:lnTo>
                  <a:pt x="0" y="56438"/>
                </a:lnTo>
                <a:close/>
              </a:path>
            </a:pathLst>
          </a:custGeom>
          <a:solidFill>
            <a:srgbClr val="92D050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4470" tIns="37485" rIns="44470" bIns="37485" numCol="1" spcCol="1270" anchor="ctr" anchorCtr="0">
            <a:noAutofit/>
          </a:bodyPr>
          <a:lstStyle/>
          <a:p>
            <a:pPr algn="ctr" defTabSz="46672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kumimoji="0" lang="fr-FR" sz="8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PROJET TODOLIST</a:t>
            </a:r>
          </a:p>
        </p:txBody>
      </p:sp>
      <p:sp>
        <p:nvSpPr>
          <p:cNvPr id="12" name="Forme libre : forme 11">
            <a:extLst>
              <a:ext uri="{FF2B5EF4-FFF2-40B4-BE49-F238E27FC236}">
                <a16:creationId xmlns:a16="http://schemas.microsoft.com/office/drawing/2014/main" id="{E15BD741-60DE-52D1-A0CB-145611C03D39}"/>
              </a:ext>
            </a:extLst>
          </p:cNvPr>
          <p:cNvSpPr/>
          <p:nvPr/>
        </p:nvSpPr>
        <p:spPr>
          <a:xfrm>
            <a:off x="4355976" y="1779662"/>
            <a:ext cx="919162" cy="571638"/>
          </a:xfrm>
          <a:custGeom>
            <a:avLst/>
            <a:gdLst>
              <a:gd name="connsiteX0" fmla="*/ 0 w 919162"/>
              <a:gd name="connsiteY0" fmla="*/ 56438 h 564384"/>
              <a:gd name="connsiteX1" fmla="*/ 56438 w 919162"/>
              <a:gd name="connsiteY1" fmla="*/ 0 h 564384"/>
              <a:gd name="connsiteX2" fmla="*/ 862724 w 919162"/>
              <a:gd name="connsiteY2" fmla="*/ 0 h 564384"/>
              <a:gd name="connsiteX3" fmla="*/ 919162 w 919162"/>
              <a:gd name="connsiteY3" fmla="*/ 56438 h 564384"/>
              <a:gd name="connsiteX4" fmla="*/ 919162 w 919162"/>
              <a:gd name="connsiteY4" fmla="*/ 507946 h 564384"/>
              <a:gd name="connsiteX5" fmla="*/ 862724 w 919162"/>
              <a:gd name="connsiteY5" fmla="*/ 564384 h 564384"/>
              <a:gd name="connsiteX6" fmla="*/ 56438 w 919162"/>
              <a:gd name="connsiteY6" fmla="*/ 564384 h 564384"/>
              <a:gd name="connsiteX7" fmla="*/ 0 w 919162"/>
              <a:gd name="connsiteY7" fmla="*/ 507946 h 564384"/>
              <a:gd name="connsiteX8" fmla="*/ 0 w 919162"/>
              <a:gd name="connsiteY8" fmla="*/ 56438 h 564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19162" h="564384">
                <a:moveTo>
                  <a:pt x="0" y="56438"/>
                </a:moveTo>
                <a:cubicBezTo>
                  <a:pt x="0" y="25268"/>
                  <a:pt x="25268" y="0"/>
                  <a:pt x="56438" y="0"/>
                </a:cubicBezTo>
                <a:lnTo>
                  <a:pt x="862724" y="0"/>
                </a:lnTo>
                <a:cubicBezTo>
                  <a:pt x="893894" y="0"/>
                  <a:pt x="919162" y="25268"/>
                  <a:pt x="919162" y="56438"/>
                </a:cubicBezTo>
                <a:lnTo>
                  <a:pt x="919162" y="507946"/>
                </a:lnTo>
                <a:cubicBezTo>
                  <a:pt x="919162" y="539116"/>
                  <a:pt x="893894" y="564384"/>
                  <a:pt x="862724" y="564384"/>
                </a:cubicBezTo>
                <a:lnTo>
                  <a:pt x="56438" y="564384"/>
                </a:lnTo>
                <a:cubicBezTo>
                  <a:pt x="25268" y="564384"/>
                  <a:pt x="0" y="539116"/>
                  <a:pt x="0" y="507946"/>
                </a:cubicBezTo>
                <a:lnTo>
                  <a:pt x="0" y="56438"/>
                </a:lnTo>
                <a:close/>
              </a:path>
            </a:pathLst>
          </a:custGeom>
          <a:solidFill>
            <a:srgbClr val="FFC000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4470" tIns="37485" rIns="44470" bIns="37485" numCol="1" spcCol="1270" anchor="ctr" anchorCtr="0">
            <a:noAutofit/>
          </a:bodyPr>
          <a:lstStyle/>
          <a:p>
            <a:pPr marL="0" marR="0" lvl="0" indent="0" algn="ctr" defTabSz="466725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8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VUE JS  - </a:t>
            </a:r>
            <a:br>
              <a:rPr kumimoji="0" lang="fr-FR" sz="8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fr-FR" sz="8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LES DIRECTIVE, METHODS, FORMS</a:t>
            </a:r>
          </a:p>
        </p:txBody>
      </p:sp>
      <p:sp>
        <p:nvSpPr>
          <p:cNvPr id="13" name="Forme libre : forme 12">
            <a:extLst>
              <a:ext uri="{FF2B5EF4-FFF2-40B4-BE49-F238E27FC236}">
                <a16:creationId xmlns:a16="http://schemas.microsoft.com/office/drawing/2014/main" id="{6063329B-3B88-141D-2A8F-7A089B2DB247}"/>
              </a:ext>
            </a:extLst>
          </p:cNvPr>
          <p:cNvSpPr/>
          <p:nvPr/>
        </p:nvSpPr>
        <p:spPr>
          <a:xfrm>
            <a:off x="4355976" y="2446746"/>
            <a:ext cx="919162" cy="557051"/>
          </a:xfrm>
          <a:custGeom>
            <a:avLst/>
            <a:gdLst>
              <a:gd name="connsiteX0" fmla="*/ 0 w 919162"/>
              <a:gd name="connsiteY0" fmla="*/ 56438 h 564384"/>
              <a:gd name="connsiteX1" fmla="*/ 56438 w 919162"/>
              <a:gd name="connsiteY1" fmla="*/ 0 h 564384"/>
              <a:gd name="connsiteX2" fmla="*/ 862724 w 919162"/>
              <a:gd name="connsiteY2" fmla="*/ 0 h 564384"/>
              <a:gd name="connsiteX3" fmla="*/ 919162 w 919162"/>
              <a:gd name="connsiteY3" fmla="*/ 56438 h 564384"/>
              <a:gd name="connsiteX4" fmla="*/ 919162 w 919162"/>
              <a:gd name="connsiteY4" fmla="*/ 507946 h 564384"/>
              <a:gd name="connsiteX5" fmla="*/ 862724 w 919162"/>
              <a:gd name="connsiteY5" fmla="*/ 564384 h 564384"/>
              <a:gd name="connsiteX6" fmla="*/ 56438 w 919162"/>
              <a:gd name="connsiteY6" fmla="*/ 564384 h 564384"/>
              <a:gd name="connsiteX7" fmla="*/ 0 w 919162"/>
              <a:gd name="connsiteY7" fmla="*/ 507946 h 564384"/>
              <a:gd name="connsiteX8" fmla="*/ 0 w 919162"/>
              <a:gd name="connsiteY8" fmla="*/ 56438 h 564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19162" h="564384">
                <a:moveTo>
                  <a:pt x="0" y="56438"/>
                </a:moveTo>
                <a:cubicBezTo>
                  <a:pt x="0" y="25268"/>
                  <a:pt x="25268" y="0"/>
                  <a:pt x="56438" y="0"/>
                </a:cubicBezTo>
                <a:lnTo>
                  <a:pt x="862724" y="0"/>
                </a:lnTo>
                <a:cubicBezTo>
                  <a:pt x="893894" y="0"/>
                  <a:pt x="919162" y="25268"/>
                  <a:pt x="919162" y="56438"/>
                </a:cubicBezTo>
                <a:lnTo>
                  <a:pt x="919162" y="507946"/>
                </a:lnTo>
                <a:cubicBezTo>
                  <a:pt x="919162" y="539116"/>
                  <a:pt x="893894" y="564384"/>
                  <a:pt x="862724" y="564384"/>
                </a:cubicBezTo>
                <a:lnTo>
                  <a:pt x="56438" y="564384"/>
                </a:lnTo>
                <a:cubicBezTo>
                  <a:pt x="25268" y="564384"/>
                  <a:pt x="0" y="539116"/>
                  <a:pt x="0" y="507946"/>
                </a:cubicBezTo>
                <a:lnTo>
                  <a:pt x="0" y="56438"/>
                </a:lnTo>
                <a:close/>
              </a:path>
            </a:pathLst>
          </a:custGeom>
          <a:solidFill>
            <a:srgbClr val="92D050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4470" tIns="37485" rIns="44470" bIns="37485" numCol="1" spcCol="1270" anchor="ctr" anchorCtr="0">
            <a:noAutofit/>
          </a:bodyPr>
          <a:lstStyle/>
          <a:p>
            <a:pPr marL="0" marR="0" lvl="0" indent="0" algn="ctr" defTabSz="466725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8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PROJET TODOLIST</a:t>
            </a:r>
          </a:p>
        </p:txBody>
      </p:sp>
      <p:sp>
        <p:nvSpPr>
          <p:cNvPr id="14" name="Forme libre : forme 13">
            <a:extLst>
              <a:ext uri="{FF2B5EF4-FFF2-40B4-BE49-F238E27FC236}">
                <a16:creationId xmlns:a16="http://schemas.microsoft.com/office/drawing/2014/main" id="{C88FFAE9-3C76-BB43-C3C0-AFD7D45D1395}"/>
              </a:ext>
            </a:extLst>
          </p:cNvPr>
          <p:cNvSpPr/>
          <p:nvPr/>
        </p:nvSpPr>
        <p:spPr>
          <a:xfrm>
            <a:off x="4341503" y="3870107"/>
            <a:ext cx="919162" cy="571638"/>
          </a:xfrm>
          <a:custGeom>
            <a:avLst/>
            <a:gdLst>
              <a:gd name="connsiteX0" fmla="*/ 0 w 919162"/>
              <a:gd name="connsiteY0" fmla="*/ 56438 h 564384"/>
              <a:gd name="connsiteX1" fmla="*/ 56438 w 919162"/>
              <a:gd name="connsiteY1" fmla="*/ 0 h 564384"/>
              <a:gd name="connsiteX2" fmla="*/ 862724 w 919162"/>
              <a:gd name="connsiteY2" fmla="*/ 0 h 564384"/>
              <a:gd name="connsiteX3" fmla="*/ 919162 w 919162"/>
              <a:gd name="connsiteY3" fmla="*/ 56438 h 564384"/>
              <a:gd name="connsiteX4" fmla="*/ 919162 w 919162"/>
              <a:gd name="connsiteY4" fmla="*/ 507946 h 564384"/>
              <a:gd name="connsiteX5" fmla="*/ 862724 w 919162"/>
              <a:gd name="connsiteY5" fmla="*/ 564384 h 564384"/>
              <a:gd name="connsiteX6" fmla="*/ 56438 w 919162"/>
              <a:gd name="connsiteY6" fmla="*/ 564384 h 564384"/>
              <a:gd name="connsiteX7" fmla="*/ 0 w 919162"/>
              <a:gd name="connsiteY7" fmla="*/ 507946 h 564384"/>
              <a:gd name="connsiteX8" fmla="*/ 0 w 919162"/>
              <a:gd name="connsiteY8" fmla="*/ 56438 h 564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19162" h="564384">
                <a:moveTo>
                  <a:pt x="0" y="56438"/>
                </a:moveTo>
                <a:cubicBezTo>
                  <a:pt x="0" y="25268"/>
                  <a:pt x="25268" y="0"/>
                  <a:pt x="56438" y="0"/>
                </a:cubicBezTo>
                <a:lnTo>
                  <a:pt x="862724" y="0"/>
                </a:lnTo>
                <a:cubicBezTo>
                  <a:pt x="893894" y="0"/>
                  <a:pt x="919162" y="25268"/>
                  <a:pt x="919162" y="56438"/>
                </a:cubicBezTo>
                <a:lnTo>
                  <a:pt x="919162" y="507946"/>
                </a:lnTo>
                <a:cubicBezTo>
                  <a:pt x="919162" y="539116"/>
                  <a:pt x="893894" y="564384"/>
                  <a:pt x="862724" y="564384"/>
                </a:cubicBezTo>
                <a:lnTo>
                  <a:pt x="56438" y="564384"/>
                </a:lnTo>
                <a:cubicBezTo>
                  <a:pt x="25268" y="564384"/>
                  <a:pt x="0" y="539116"/>
                  <a:pt x="0" y="507946"/>
                </a:cubicBezTo>
                <a:lnTo>
                  <a:pt x="0" y="56438"/>
                </a:lnTo>
                <a:close/>
              </a:path>
            </a:pathLst>
          </a:custGeom>
          <a:solidFill>
            <a:srgbClr val="92D050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4470" tIns="37485" rIns="44470" bIns="37485" numCol="1" spcCol="1270" anchor="ctr" anchorCtr="0">
            <a:noAutofit/>
          </a:bodyPr>
          <a:lstStyle/>
          <a:p>
            <a:pPr marL="0" marR="0" lvl="0" indent="0" algn="ctr" defTabSz="466725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8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PROJET TODOLIST</a:t>
            </a:r>
          </a:p>
        </p:txBody>
      </p:sp>
      <p:sp>
        <p:nvSpPr>
          <p:cNvPr id="16" name="Forme libre : forme 15">
            <a:extLst>
              <a:ext uri="{FF2B5EF4-FFF2-40B4-BE49-F238E27FC236}">
                <a16:creationId xmlns:a16="http://schemas.microsoft.com/office/drawing/2014/main" id="{D11CC49F-1C66-E77E-B10A-A2EA73E1AF68}"/>
              </a:ext>
            </a:extLst>
          </p:cNvPr>
          <p:cNvSpPr/>
          <p:nvPr/>
        </p:nvSpPr>
        <p:spPr>
          <a:xfrm>
            <a:off x="5508104" y="1779662"/>
            <a:ext cx="919162" cy="571638"/>
          </a:xfrm>
          <a:custGeom>
            <a:avLst/>
            <a:gdLst>
              <a:gd name="connsiteX0" fmla="*/ 0 w 919162"/>
              <a:gd name="connsiteY0" fmla="*/ 56438 h 564384"/>
              <a:gd name="connsiteX1" fmla="*/ 56438 w 919162"/>
              <a:gd name="connsiteY1" fmla="*/ 0 h 564384"/>
              <a:gd name="connsiteX2" fmla="*/ 862724 w 919162"/>
              <a:gd name="connsiteY2" fmla="*/ 0 h 564384"/>
              <a:gd name="connsiteX3" fmla="*/ 919162 w 919162"/>
              <a:gd name="connsiteY3" fmla="*/ 56438 h 564384"/>
              <a:gd name="connsiteX4" fmla="*/ 919162 w 919162"/>
              <a:gd name="connsiteY4" fmla="*/ 507946 h 564384"/>
              <a:gd name="connsiteX5" fmla="*/ 862724 w 919162"/>
              <a:gd name="connsiteY5" fmla="*/ 564384 h 564384"/>
              <a:gd name="connsiteX6" fmla="*/ 56438 w 919162"/>
              <a:gd name="connsiteY6" fmla="*/ 564384 h 564384"/>
              <a:gd name="connsiteX7" fmla="*/ 0 w 919162"/>
              <a:gd name="connsiteY7" fmla="*/ 507946 h 564384"/>
              <a:gd name="connsiteX8" fmla="*/ 0 w 919162"/>
              <a:gd name="connsiteY8" fmla="*/ 56438 h 564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19162" h="564384">
                <a:moveTo>
                  <a:pt x="0" y="56438"/>
                </a:moveTo>
                <a:cubicBezTo>
                  <a:pt x="0" y="25268"/>
                  <a:pt x="25268" y="0"/>
                  <a:pt x="56438" y="0"/>
                </a:cubicBezTo>
                <a:lnTo>
                  <a:pt x="862724" y="0"/>
                </a:lnTo>
                <a:cubicBezTo>
                  <a:pt x="893894" y="0"/>
                  <a:pt x="919162" y="25268"/>
                  <a:pt x="919162" y="56438"/>
                </a:cubicBezTo>
                <a:lnTo>
                  <a:pt x="919162" y="507946"/>
                </a:lnTo>
                <a:cubicBezTo>
                  <a:pt x="919162" y="539116"/>
                  <a:pt x="893894" y="564384"/>
                  <a:pt x="862724" y="564384"/>
                </a:cubicBezTo>
                <a:lnTo>
                  <a:pt x="56438" y="564384"/>
                </a:lnTo>
                <a:cubicBezTo>
                  <a:pt x="25268" y="564384"/>
                  <a:pt x="0" y="539116"/>
                  <a:pt x="0" y="507946"/>
                </a:cubicBezTo>
                <a:lnTo>
                  <a:pt x="0" y="56438"/>
                </a:lnTo>
                <a:close/>
              </a:path>
            </a:pathLst>
          </a:custGeom>
          <a:solidFill>
            <a:srgbClr val="92D050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4470" tIns="37485" rIns="44470" bIns="37485" numCol="1" spcCol="1270" anchor="ctr" anchorCtr="0">
            <a:noAutofit/>
          </a:bodyPr>
          <a:lstStyle/>
          <a:p>
            <a:pPr marL="0" marR="0" lvl="0" indent="0" algn="ctr" defTabSz="466725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8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PROJET TODOLIST</a:t>
            </a:r>
          </a:p>
        </p:txBody>
      </p:sp>
      <p:sp>
        <p:nvSpPr>
          <p:cNvPr id="17" name="Forme libre : forme 16">
            <a:extLst>
              <a:ext uri="{FF2B5EF4-FFF2-40B4-BE49-F238E27FC236}">
                <a16:creationId xmlns:a16="http://schemas.microsoft.com/office/drawing/2014/main" id="{20EA41BF-4354-CE0E-9611-BF2EB9BE6B34}"/>
              </a:ext>
            </a:extLst>
          </p:cNvPr>
          <p:cNvSpPr/>
          <p:nvPr/>
        </p:nvSpPr>
        <p:spPr>
          <a:xfrm>
            <a:off x="5525046" y="2446746"/>
            <a:ext cx="919162" cy="557052"/>
          </a:xfrm>
          <a:custGeom>
            <a:avLst/>
            <a:gdLst>
              <a:gd name="connsiteX0" fmla="*/ 0 w 919162"/>
              <a:gd name="connsiteY0" fmla="*/ 56438 h 564384"/>
              <a:gd name="connsiteX1" fmla="*/ 56438 w 919162"/>
              <a:gd name="connsiteY1" fmla="*/ 0 h 564384"/>
              <a:gd name="connsiteX2" fmla="*/ 862724 w 919162"/>
              <a:gd name="connsiteY2" fmla="*/ 0 h 564384"/>
              <a:gd name="connsiteX3" fmla="*/ 919162 w 919162"/>
              <a:gd name="connsiteY3" fmla="*/ 56438 h 564384"/>
              <a:gd name="connsiteX4" fmla="*/ 919162 w 919162"/>
              <a:gd name="connsiteY4" fmla="*/ 507946 h 564384"/>
              <a:gd name="connsiteX5" fmla="*/ 862724 w 919162"/>
              <a:gd name="connsiteY5" fmla="*/ 564384 h 564384"/>
              <a:gd name="connsiteX6" fmla="*/ 56438 w 919162"/>
              <a:gd name="connsiteY6" fmla="*/ 564384 h 564384"/>
              <a:gd name="connsiteX7" fmla="*/ 0 w 919162"/>
              <a:gd name="connsiteY7" fmla="*/ 507946 h 564384"/>
              <a:gd name="connsiteX8" fmla="*/ 0 w 919162"/>
              <a:gd name="connsiteY8" fmla="*/ 56438 h 564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19162" h="564384">
                <a:moveTo>
                  <a:pt x="0" y="56438"/>
                </a:moveTo>
                <a:cubicBezTo>
                  <a:pt x="0" y="25268"/>
                  <a:pt x="25268" y="0"/>
                  <a:pt x="56438" y="0"/>
                </a:cubicBezTo>
                <a:lnTo>
                  <a:pt x="862724" y="0"/>
                </a:lnTo>
                <a:cubicBezTo>
                  <a:pt x="893894" y="0"/>
                  <a:pt x="919162" y="25268"/>
                  <a:pt x="919162" y="56438"/>
                </a:cubicBezTo>
                <a:lnTo>
                  <a:pt x="919162" y="507946"/>
                </a:lnTo>
                <a:cubicBezTo>
                  <a:pt x="919162" y="539116"/>
                  <a:pt x="893894" y="564384"/>
                  <a:pt x="862724" y="564384"/>
                </a:cubicBezTo>
                <a:lnTo>
                  <a:pt x="56438" y="564384"/>
                </a:lnTo>
                <a:cubicBezTo>
                  <a:pt x="25268" y="564384"/>
                  <a:pt x="0" y="539116"/>
                  <a:pt x="0" y="507946"/>
                </a:cubicBezTo>
                <a:lnTo>
                  <a:pt x="0" y="56438"/>
                </a:lnTo>
                <a:close/>
              </a:path>
            </a:pathLst>
          </a:custGeom>
          <a:solidFill>
            <a:srgbClr val="92D050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4470" tIns="37485" rIns="44470" bIns="37485" numCol="1" spcCol="1270" anchor="ctr" anchorCtr="0">
            <a:noAutofit/>
          </a:bodyPr>
          <a:lstStyle/>
          <a:p>
            <a:pPr algn="ctr" defTabSz="46672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kumimoji="0" lang="fr-FR" sz="8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PROJET TODOLIST</a:t>
            </a:r>
          </a:p>
        </p:txBody>
      </p:sp>
      <p:sp>
        <p:nvSpPr>
          <p:cNvPr id="18" name="Forme libre : forme 17">
            <a:extLst>
              <a:ext uri="{FF2B5EF4-FFF2-40B4-BE49-F238E27FC236}">
                <a16:creationId xmlns:a16="http://schemas.microsoft.com/office/drawing/2014/main" id="{B12AD89E-4D5A-FC67-651B-4E2EDACBC6E3}"/>
              </a:ext>
            </a:extLst>
          </p:cNvPr>
          <p:cNvSpPr/>
          <p:nvPr/>
        </p:nvSpPr>
        <p:spPr>
          <a:xfrm>
            <a:off x="5505723" y="3870106"/>
            <a:ext cx="919162" cy="571638"/>
          </a:xfrm>
          <a:custGeom>
            <a:avLst/>
            <a:gdLst>
              <a:gd name="connsiteX0" fmla="*/ 0 w 919162"/>
              <a:gd name="connsiteY0" fmla="*/ 56438 h 564384"/>
              <a:gd name="connsiteX1" fmla="*/ 56438 w 919162"/>
              <a:gd name="connsiteY1" fmla="*/ 0 h 564384"/>
              <a:gd name="connsiteX2" fmla="*/ 862724 w 919162"/>
              <a:gd name="connsiteY2" fmla="*/ 0 h 564384"/>
              <a:gd name="connsiteX3" fmla="*/ 919162 w 919162"/>
              <a:gd name="connsiteY3" fmla="*/ 56438 h 564384"/>
              <a:gd name="connsiteX4" fmla="*/ 919162 w 919162"/>
              <a:gd name="connsiteY4" fmla="*/ 507946 h 564384"/>
              <a:gd name="connsiteX5" fmla="*/ 862724 w 919162"/>
              <a:gd name="connsiteY5" fmla="*/ 564384 h 564384"/>
              <a:gd name="connsiteX6" fmla="*/ 56438 w 919162"/>
              <a:gd name="connsiteY6" fmla="*/ 564384 h 564384"/>
              <a:gd name="connsiteX7" fmla="*/ 0 w 919162"/>
              <a:gd name="connsiteY7" fmla="*/ 507946 h 564384"/>
              <a:gd name="connsiteX8" fmla="*/ 0 w 919162"/>
              <a:gd name="connsiteY8" fmla="*/ 56438 h 564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19162" h="564384">
                <a:moveTo>
                  <a:pt x="0" y="56438"/>
                </a:moveTo>
                <a:cubicBezTo>
                  <a:pt x="0" y="25268"/>
                  <a:pt x="25268" y="0"/>
                  <a:pt x="56438" y="0"/>
                </a:cubicBezTo>
                <a:lnTo>
                  <a:pt x="862724" y="0"/>
                </a:lnTo>
                <a:cubicBezTo>
                  <a:pt x="893894" y="0"/>
                  <a:pt x="919162" y="25268"/>
                  <a:pt x="919162" y="56438"/>
                </a:cubicBezTo>
                <a:lnTo>
                  <a:pt x="919162" y="507946"/>
                </a:lnTo>
                <a:cubicBezTo>
                  <a:pt x="919162" y="539116"/>
                  <a:pt x="893894" y="564384"/>
                  <a:pt x="862724" y="564384"/>
                </a:cubicBezTo>
                <a:lnTo>
                  <a:pt x="56438" y="564384"/>
                </a:lnTo>
                <a:cubicBezTo>
                  <a:pt x="25268" y="564384"/>
                  <a:pt x="0" y="539116"/>
                  <a:pt x="0" y="507946"/>
                </a:cubicBezTo>
                <a:lnTo>
                  <a:pt x="0" y="56438"/>
                </a:lnTo>
                <a:close/>
              </a:path>
            </a:pathLst>
          </a:custGeom>
          <a:solidFill>
            <a:srgbClr val="92D050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4470" tIns="37485" rIns="44470" bIns="37485" numCol="1" spcCol="1270" anchor="ctr" anchorCtr="0">
            <a:noAutofit/>
          </a:bodyPr>
          <a:lstStyle/>
          <a:p>
            <a:pPr algn="ctr" defTabSz="46672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kumimoji="0" lang="fr-FR" sz="8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PROJET TODOLIST</a:t>
            </a:r>
          </a:p>
        </p:txBody>
      </p:sp>
      <p:sp>
        <p:nvSpPr>
          <p:cNvPr id="19" name="Forme libre : forme 18">
            <a:extLst>
              <a:ext uri="{FF2B5EF4-FFF2-40B4-BE49-F238E27FC236}">
                <a16:creationId xmlns:a16="http://schemas.microsoft.com/office/drawing/2014/main" id="{E309A14E-8E94-829A-BD05-CA436D46D61A}"/>
              </a:ext>
            </a:extLst>
          </p:cNvPr>
          <p:cNvSpPr/>
          <p:nvPr/>
        </p:nvSpPr>
        <p:spPr>
          <a:xfrm>
            <a:off x="6749182" y="1779662"/>
            <a:ext cx="919162" cy="571638"/>
          </a:xfrm>
          <a:custGeom>
            <a:avLst/>
            <a:gdLst>
              <a:gd name="connsiteX0" fmla="*/ 0 w 919162"/>
              <a:gd name="connsiteY0" fmla="*/ 56438 h 564384"/>
              <a:gd name="connsiteX1" fmla="*/ 56438 w 919162"/>
              <a:gd name="connsiteY1" fmla="*/ 0 h 564384"/>
              <a:gd name="connsiteX2" fmla="*/ 862724 w 919162"/>
              <a:gd name="connsiteY2" fmla="*/ 0 h 564384"/>
              <a:gd name="connsiteX3" fmla="*/ 919162 w 919162"/>
              <a:gd name="connsiteY3" fmla="*/ 56438 h 564384"/>
              <a:gd name="connsiteX4" fmla="*/ 919162 w 919162"/>
              <a:gd name="connsiteY4" fmla="*/ 507946 h 564384"/>
              <a:gd name="connsiteX5" fmla="*/ 862724 w 919162"/>
              <a:gd name="connsiteY5" fmla="*/ 564384 h 564384"/>
              <a:gd name="connsiteX6" fmla="*/ 56438 w 919162"/>
              <a:gd name="connsiteY6" fmla="*/ 564384 h 564384"/>
              <a:gd name="connsiteX7" fmla="*/ 0 w 919162"/>
              <a:gd name="connsiteY7" fmla="*/ 507946 h 564384"/>
              <a:gd name="connsiteX8" fmla="*/ 0 w 919162"/>
              <a:gd name="connsiteY8" fmla="*/ 56438 h 564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19162" h="564384">
                <a:moveTo>
                  <a:pt x="0" y="56438"/>
                </a:moveTo>
                <a:cubicBezTo>
                  <a:pt x="0" y="25268"/>
                  <a:pt x="25268" y="0"/>
                  <a:pt x="56438" y="0"/>
                </a:cubicBezTo>
                <a:lnTo>
                  <a:pt x="862724" y="0"/>
                </a:lnTo>
                <a:cubicBezTo>
                  <a:pt x="893894" y="0"/>
                  <a:pt x="919162" y="25268"/>
                  <a:pt x="919162" y="56438"/>
                </a:cubicBezTo>
                <a:lnTo>
                  <a:pt x="919162" y="507946"/>
                </a:lnTo>
                <a:cubicBezTo>
                  <a:pt x="919162" y="539116"/>
                  <a:pt x="893894" y="564384"/>
                  <a:pt x="862724" y="564384"/>
                </a:cubicBezTo>
                <a:lnTo>
                  <a:pt x="56438" y="564384"/>
                </a:lnTo>
                <a:cubicBezTo>
                  <a:pt x="25268" y="564384"/>
                  <a:pt x="0" y="539116"/>
                  <a:pt x="0" y="507946"/>
                </a:cubicBezTo>
                <a:lnTo>
                  <a:pt x="0" y="56438"/>
                </a:lnTo>
                <a:close/>
              </a:path>
            </a:pathLst>
          </a:custGeom>
          <a:solidFill>
            <a:srgbClr val="92D050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4470" tIns="37485" rIns="44470" bIns="37485" numCol="1" spcCol="1270" anchor="ctr" anchorCtr="0">
            <a:noAutofit/>
          </a:bodyPr>
          <a:lstStyle/>
          <a:p>
            <a:pPr algn="ctr" defTabSz="46672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kumimoji="0" lang="fr-FR" sz="8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PROJET TODOLIST</a:t>
            </a:r>
          </a:p>
        </p:txBody>
      </p:sp>
      <p:sp>
        <p:nvSpPr>
          <p:cNvPr id="21" name="Forme libre : forme 20">
            <a:extLst>
              <a:ext uri="{FF2B5EF4-FFF2-40B4-BE49-F238E27FC236}">
                <a16:creationId xmlns:a16="http://schemas.microsoft.com/office/drawing/2014/main" id="{01221A61-799C-145F-8AB6-6E5DCA9E28F3}"/>
              </a:ext>
            </a:extLst>
          </p:cNvPr>
          <p:cNvSpPr/>
          <p:nvPr/>
        </p:nvSpPr>
        <p:spPr>
          <a:xfrm>
            <a:off x="6749182" y="2446746"/>
            <a:ext cx="919162" cy="557051"/>
          </a:xfrm>
          <a:custGeom>
            <a:avLst/>
            <a:gdLst>
              <a:gd name="connsiteX0" fmla="*/ 0 w 919162"/>
              <a:gd name="connsiteY0" fmla="*/ 56438 h 564384"/>
              <a:gd name="connsiteX1" fmla="*/ 56438 w 919162"/>
              <a:gd name="connsiteY1" fmla="*/ 0 h 564384"/>
              <a:gd name="connsiteX2" fmla="*/ 862724 w 919162"/>
              <a:gd name="connsiteY2" fmla="*/ 0 h 564384"/>
              <a:gd name="connsiteX3" fmla="*/ 919162 w 919162"/>
              <a:gd name="connsiteY3" fmla="*/ 56438 h 564384"/>
              <a:gd name="connsiteX4" fmla="*/ 919162 w 919162"/>
              <a:gd name="connsiteY4" fmla="*/ 507946 h 564384"/>
              <a:gd name="connsiteX5" fmla="*/ 862724 w 919162"/>
              <a:gd name="connsiteY5" fmla="*/ 564384 h 564384"/>
              <a:gd name="connsiteX6" fmla="*/ 56438 w 919162"/>
              <a:gd name="connsiteY6" fmla="*/ 564384 h 564384"/>
              <a:gd name="connsiteX7" fmla="*/ 0 w 919162"/>
              <a:gd name="connsiteY7" fmla="*/ 507946 h 564384"/>
              <a:gd name="connsiteX8" fmla="*/ 0 w 919162"/>
              <a:gd name="connsiteY8" fmla="*/ 56438 h 564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19162" h="564384">
                <a:moveTo>
                  <a:pt x="0" y="56438"/>
                </a:moveTo>
                <a:cubicBezTo>
                  <a:pt x="0" y="25268"/>
                  <a:pt x="25268" y="0"/>
                  <a:pt x="56438" y="0"/>
                </a:cubicBezTo>
                <a:lnTo>
                  <a:pt x="862724" y="0"/>
                </a:lnTo>
                <a:cubicBezTo>
                  <a:pt x="893894" y="0"/>
                  <a:pt x="919162" y="25268"/>
                  <a:pt x="919162" y="56438"/>
                </a:cubicBezTo>
                <a:lnTo>
                  <a:pt x="919162" y="507946"/>
                </a:lnTo>
                <a:cubicBezTo>
                  <a:pt x="919162" y="539116"/>
                  <a:pt x="893894" y="564384"/>
                  <a:pt x="862724" y="564384"/>
                </a:cubicBezTo>
                <a:lnTo>
                  <a:pt x="56438" y="564384"/>
                </a:lnTo>
                <a:cubicBezTo>
                  <a:pt x="25268" y="564384"/>
                  <a:pt x="0" y="539116"/>
                  <a:pt x="0" y="507946"/>
                </a:cubicBezTo>
                <a:lnTo>
                  <a:pt x="0" y="56438"/>
                </a:lnTo>
                <a:close/>
              </a:path>
            </a:pathLst>
          </a:custGeom>
          <a:solidFill>
            <a:srgbClr val="92D050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4470" tIns="37485" rIns="44470" bIns="37485" numCol="1" spcCol="1270" anchor="ctr" anchorCtr="0">
            <a:noAutofit/>
          </a:bodyPr>
          <a:lstStyle/>
          <a:p>
            <a:pPr algn="ctr" defTabSz="46672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kumimoji="0" lang="fr-FR" sz="8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PROJET TODOLIST</a:t>
            </a:r>
          </a:p>
        </p:txBody>
      </p:sp>
      <p:sp>
        <p:nvSpPr>
          <p:cNvPr id="22" name="Forme libre : forme 21">
            <a:extLst>
              <a:ext uri="{FF2B5EF4-FFF2-40B4-BE49-F238E27FC236}">
                <a16:creationId xmlns:a16="http://schemas.microsoft.com/office/drawing/2014/main" id="{17C16E1F-5754-7A22-7195-75BDFA3A6A1B}"/>
              </a:ext>
            </a:extLst>
          </p:cNvPr>
          <p:cNvSpPr/>
          <p:nvPr/>
        </p:nvSpPr>
        <p:spPr>
          <a:xfrm>
            <a:off x="6780923" y="3870105"/>
            <a:ext cx="919162" cy="571639"/>
          </a:xfrm>
          <a:custGeom>
            <a:avLst/>
            <a:gdLst>
              <a:gd name="connsiteX0" fmla="*/ 0 w 919162"/>
              <a:gd name="connsiteY0" fmla="*/ 56438 h 564384"/>
              <a:gd name="connsiteX1" fmla="*/ 56438 w 919162"/>
              <a:gd name="connsiteY1" fmla="*/ 0 h 564384"/>
              <a:gd name="connsiteX2" fmla="*/ 862724 w 919162"/>
              <a:gd name="connsiteY2" fmla="*/ 0 h 564384"/>
              <a:gd name="connsiteX3" fmla="*/ 919162 w 919162"/>
              <a:gd name="connsiteY3" fmla="*/ 56438 h 564384"/>
              <a:gd name="connsiteX4" fmla="*/ 919162 w 919162"/>
              <a:gd name="connsiteY4" fmla="*/ 507946 h 564384"/>
              <a:gd name="connsiteX5" fmla="*/ 862724 w 919162"/>
              <a:gd name="connsiteY5" fmla="*/ 564384 h 564384"/>
              <a:gd name="connsiteX6" fmla="*/ 56438 w 919162"/>
              <a:gd name="connsiteY6" fmla="*/ 564384 h 564384"/>
              <a:gd name="connsiteX7" fmla="*/ 0 w 919162"/>
              <a:gd name="connsiteY7" fmla="*/ 507946 h 564384"/>
              <a:gd name="connsiteX8" fmla="*/ 0 w 919162"/>
              <a:gd name="connsiteY8" fmla="*/ 56438 h 564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19162" h="564384">
                <a:moveTo>
                  <a:pt x="0" y="56438"/>
                </a:moveTo>
                <a:cubicBezTo>
                  <a:pt x="0" y="25268"/>
                  <a:pt x="25268" y="0"/>
                  <a:pt x="56438" y="0"/>
                </a:cubicBezTo>
                <a:lnTo>
                  <a:pt x="862724" y="0"/>
                </a:lnTo>
                <a:cubicBezTo>
                  <a:pt x="893894" y="0"/>
                  <a:pt x="919162" y="25268"/>
                  <a:pt x="919162" y="56438"/>
                </a:cubicBezTo>
                <a:lnTo>
                  <a:pt x="919162" y="507946"/>
                </a:lnTo>
                <a:cubicBezTo>
                  <a:pt x="919162" y="539116"/>
                  <a:pt x="893894" y="564384"/>
                  <a:pt x="862724" y="564384"/>
                </a:cubicBezTo>
                <a:lnTo>
                  <a:pt x="56438" y="564384"/>
                </a:lnTo>
                <a:cubicBezTo>
                  <a:pt x="25268" y="564384"/>
                  <a:pt x="0" y="539116"/>
                  <a:pt x="0" y="507946"/>
                </a:cubicBezTo>
                <a:lnTo>
                  <a:pt x="0" y="56438"/>
                </a:lnTo>
                <a:close/>
              </a:path>
            </a:pathLst>
          </a:custGeom>
          <a:solidFill>
            <a:srgbClr val="92D050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4470" tIns="37485" rIns="44470" bIns="37485" numCol="1" spcCol="1270" anchor="ctr" anchorCtr="0">
            <a:noAutofit/>
          </a:bodyPr>
          <a:lstStyle/>
          <a:p>
            <a:pPr algn="ctr" defTabSz="46672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kumimoji="0" lang="fr-FR" sz="8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PROJET TODOLIST</a:t>
            </a:r>
          </a:p>
        </p:txBody>
      </p:sp>
      <p:sp>
        <p:nvSpPr>
          <p:cNvPr id="23" name="Forme libre : forme 22">
            <a:extLst>
              <a:ext uri="{FF2B5EF4-FFF2-40B4-BE49-F238E27FC236}">
                <a16:creationId xmlns:a16="http://schemas.microsoft.com/office/drawing/2014/main" id="{4E1B69AA-BA65-E4E5-8A74-9F098DAECA08}"/>
              </a:ext>
            </a:extLst>
          </p:cNvPr>
          <p:cNvSpPr/>
          <p:nvPr/>
        </p:nvSpPr>
        <p:spPr>
          <a:xfrm>
            <a:off x="7988190" y="3870104"/>
            <a:ext cx="919162" cy="571640"/>
          </a:xfrm>
          <a:custGeom>
            <a:avLst/>
            <a:gdLst>
              <a:gd name="connsiteX0" fmla="*/ 0 w 919162"/>
              <a:gd name="connsiteY0" fmla="*/ 56438 h 564384"/>
              <a:gd name="connsiteX1" fmla="*/ 56438 w 919162"/>
              <a:gd name="connsiteY1" fmla="*/ 0 h 564384"/>
              <a:gd name="connsiteX2" fmla="*/ 862724 w 919162"/>
              <a:gd name="connsiteY2" fmla="*/ 0 h 564384"/>
              <a:gd name="connsiteX3" fmla="*/ 919162 w 919162"/>
              <a:gd name="connsiteY3" fmla="*/ 56438 h 564384"/>
              <a:gd name="connsiteX4" fmla="*/ 919162 w 919162"/>
              <a:gd name="connsiteY4" fmla="*/ 507946 h 564384"/>
              <a:gd name="connsiteX5" fmla="*/ 862724 w 919162"/>
              <a:gd name="connsiteY5" fmla="*/ 564384 h 564384"/>
              <a:gd name="connsiteX6" fmla="*/ 56438 w 919162"/>
              <a:gd name="connsiteY6" fmla="*/ 564384 h 564384"/>
              <a:gd name="connsiteX7" fmla="*/ 0 w 919162"/>
              <a:gd name="connsiteY7" fmla="*/ 507946 h 564384"/>
              <a:gd name="connsiteX8" fmla="*/ 0 w 919162"/>
              <a:gd name="connsiteY8" fmla="*/ 56438 h 564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19162" h="564384">
                <a:moveTo>
                  <a:pt x="0" y="56438"/>
                </a:moveTo>
                <a:cubicBezTo>
                  <a:pt x="0" y="25268"/>
                  <a:pt x="25268" y="0"/>
                  <a:pt x="56438" y="0"/>
                </a:cubicBezTo>
                <a:lnTo>
                  <a:pt x="862724" y="0"/>
                </a:lnTo>
                <a:cubicBezTo>
                  <a:pt x="893894" y="0"/>
                  <a:pt x="919162" y="25268"/>
                  <a:pt x="919162" y="56438"/>
                </a:cubicBezTo>
                <a:lnTo>
                  <a:pt x="919162" y="507946"/>
                </a:lnTo>
                <a:cubicBezTo>
                  <a:pt x="919162" y="539116"/>
                  <a:pt x="893894" y="564384"/>
                  <a:pt x="862724" y="564384"/>
                </a:cubicBezTo>
                <a:lnTo>
                  <a:pt x="56438" y="564384"/>
                </a:lnTo>
                <a:cubicBezTo>
                  <a:pt x="25268" y="564384"/>
                  <a:pt x="0" y="539116"/>
                  <a:pt x="0" y="507946"/>
                </a:cubicBezTo>
                <a:lnTo>
                  <a:pt x="0" y="56438"/>
                </a:lnTo>
                <a:close/>
              </a:path>
            </a:pathLst>
          </a:custGeom>
          <a:solidFill>
            <a:srgbClr val="92D050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4470" tIns="37485" rIns="44470" bIns="37485" numCol="1" spcCol="1270" anchor="ctr" anchorCtr="0">
            <a:noAutofit/>
          </a:bodyPr>
          <a:lstStyle/>
          <a:p>
            <a:pPr algn="ctr" defTabSz="46672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kumimoji="0" lang="fr-FR" sz="8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PROJET TODOLIST</a:t>
            </a:r>
          </a:p>
        </p:txBody>
      </p:sp>
      <p:sp>
        <p:nvSpPr>
          <p:cNvPr id="40" name="Forme libre : forme 31">
            <a:extLst>
              <a:ext uri="{FF2B5EF4-FFF2-40B4-BE49-F238E27FC236}">
                <a16:creationId xmlns:a16="http://schemas.microsoft.com/office/drawing/2014/main" id="{20A40DAA-D5B2-C6E0-59F5-DF902559D6C8}"/>
              </a:ext>
            </a:extLst>
          </p:cNvPr>
          <p:cNvSpPr/>
          <p:nvPr/>
        </p:nvSpPr>
        <p:spPr>
          <a:xfrm>
            <a:off x="6780923" y="3147865"/>
            <a:ext cx="887421" cy="575686"/>
          </a:xfrm>
          <a:custGeom>
            <a:avLst/>
            <a:gdLst>
              <a:gd name="connsiteX0" fmla="*/ 0 w 919162"/>
              <a:gd name="connsiteY0" fmla="*/ 56438 h 564384"/>
              <a:gd name="connsiteX1" fmla="*/ 56438 w 919162"/>
              <a:gd name="connsiteY1" fmla="*/ 0 h 564384"/>
              <a:gd name="connsiteX2" fmla="*/ 862724 w 919162"/>
              <a:gd name="connsiteY2" fmla="*/ 0 h 564384"/>
              <a:gd name="connsiteX3" fmla="*/ 919162 w 919162"/>
              <a:gd name="connsiteY3" fmla="*/ 56438 h 564384"/>
              <a:gd name="connsiteX4" fmla="*/ 919162 w 919162"/>
              <a:gd name="connsiteY4" fmla="*/ 507946 h 564384"/>
              <a:gd name="connsiteX5" fmla="*/ 862724 w 919162"/>
              <a:gd name="connsiteY5" fmla="*/ 564384 h 564384"/>
              <a:gd name="connsiteX6" fmla="*/ 56438 w 919162"/>
              <a:gd name="connsiteY6" fmla="*/ 564384 h 564384"/>
              <a:gd name="connsiteX7" fmla="*/ 0 w 919162"/>
              <a:gd name="connsiteY7" fmla="*/ 507946 h 564384"/>
              <a:gd name="connsiteX8" fmla="*/ 0 w 919162"/>
              <a:gd name="connsiteY8" fmla="*/ 56438 h 564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19162" h="564384">
                <a:moveTo>
                  <a:pt x="0" y="56438"/>
                </a:moveTo>
                <a:cubicBezTo>
                  <a:pt x="0" y="25268"/>
                  <a:pt x="25268" y="0"/>
                  <a:pt x="56438" y="0"/>
                </a:cubicBezTo>
                <a:lnTo>
                  <a:pt x="862724" y="0"/>
                </a:lnTo>
                <a:cubicBezTo>
                  <a:pt x="893894" y="0"/>
                  <a:pt x="919162" y="25268"/>
                  <a:pt x="919162" y="56438"/>
                </a:cubicBezTo>
                <a:lnTo>
                  <a:pt x="919162" y="507946"/>
                </a:lnTo>
                <a:cubicBezTo>
                  <a:pt x="919162" y="539116"/>
                  <a:pt x="893894" y="564384"/>
                  <a:pt x="862724" y="564384"/>
                </a:cubicBezTo>
                <a:lnTo>
                  <a:pt x="56438" y="564384"/>
                </a:lnTo>
                <a:cubicBezTo>
                  <a:pt x="25268" y="564384"/>
                  <a:pt x="0" y="539116"/>
                  <a:pt x="0" y="507946"/>
                </a:cubicBezTo>
                <a:lnTo>
                  <a:pt x="0" y="56438"/>
                </a:lnTo>
                <a:close/>
              </a:path>
            </a:pathLst>
          </a:custGeom>
          <a:solidFill>
            <a:schemeClr val="accent4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850" tIns="31770" rIns="36850" bIns="31770" numCol="1" spcCol="1270" anchor="ctr" anchorCtr="0">
            <a:noAutofit/>
          </a:bodyPr>
          <a:lstStyle/>
          <a:p>
            <a:pPr marL="0" lvl="0" indent="0"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FR" sz="800" kern="1200" dirty="0"/>
              <a:t>EXPRESSION THEATRALE 2</a:t>
            </a:r>
          </a:p>
        </p:txBody>
      </p:sp>
      <p:sp>
        <p:nvSpPr>
          <p:cNvPr id="28" name="Forme libre : forme 27">
            <a:extLst>
              <a:ext uri="{FF2B5EF4-FFF2-40B4-BE49-F238E27FC236}">
                <a16:creationId xmlns:a16="http://schemas.microsoft.com/office/drawing/2014/main" id="{A4677E01-770C-0B1D-412A-6C2B90656925}"/>
              </a:ext>
            </a:extLst>
          </p:cNvPr>
          <p:cNvSpPr/>
          <p:nvPr/>
        </p:nvSpPr>
        <p:spPr>
          <a:xfrm>
            <a:off x="4357791" y="3141092"/>
            <a:ext cx="919162" cy="583198"/>
          </a:xfrm>
          <a:custGeom>
            <a:avLst/>
            <a:gdLst>
              <a:gd name="connsiteX0" fmla="*/ 0 w 919162"/>
              <a:gd name="connsiteY0" fmla="*/ 57271 h 572714"/>
              <a:gd name="connsiteX1" fmla="*/ 57271 w 919162"/>
              <a:gd name="connsiteY1" fmla="*/ 0 h 572714"/>
              <a:gd name="connsiteX2" fmla="*/ 861891 w 919162"/>
              <a:gd name="connsiteY2" fmla="*/ 0 h 572714"/>
              <a:gd name="connsiteX3" fmla="*/ 919162 w 919162"/>
              <a:gd name="connsiteY3" fmla="*/ 57271 h 572714"/>
              <a:gd name="connsiteX4" fmla="*/ 919162 w 919162"/>
              <a:gd name="connsiteY4" fmla="*/ 515443 h 572714"/>
              <a:gd name="connsiteX5" fmla="*/ 861891 w 919162"/>
              <a:gd name="connsiteY5" fmla="*/ 572714 h 572714"/>
              <a:gd name="connsiteX6" fmla="*/ 57271 w 919162"/>
              <a:gd name="connsiteY6" fmla="*/ 572714 h 572714"/>
              <a:gd name="connsiteX7" fmla="*/ 0 w 919162"/>
              <a:gd name="connsiteY7" fmla="*/ 515443 h 572714"/>
              <a:gd name="connsiteX8" fmla="*/ 0 w 919162"/>
              <a:gd name="connsiteY8" fmla="*/ 57271 h 572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19162" h="572714">
                <a:moveTo>
                  <a:pt x="0" y="57271"/>
                </a:moveTo>
                <a:cubicBezTo>
                  <a:pt x="0" y="25641"/>
                  <a:pt x="25641" y="0"/>
                  <a:pt x="57271" y="0"/>
                </a:cubicBezTo>
                <a:lnTo>
                  <a:pt x="861891" y="0"/>
                </a:lnTo>
                <a:cubicBezTo>
                  <a:pt x="893521" y="0"/>
                  <a:pt x="919162" y="25641"/>
                  <a:pt x="919162" y="57271"/>
                </a:cubicBezTo>
                <a:lnTo>
                  <a:pt x="919162" y="515443"/>
                </a:lnTo>
                <a:cubicBezTo>
                  <a:pt x="919162" y="547073"/>
                  <a:pt x="893521" y="572714"/>
                  <a:pt x="861891" y="572714"/>
                </a:cubicBezTo>
                <a:lnTo>
                  <a:pt x="57271" y="572714"/>
                </a:lnTo>
                <a:cubicBezTo>
                  <a:pt x="25641" y="572714"/>
                  <a:pt x="0" y="547073"/>
                  <a:pt x="0" y="515443"/>
                </a:cubicBezTo>
                <a:lnTo>
                  <a:pt x="0" y="57271"/>
                </a:lnTo>
                <a:close/>
              </a:path>
            </a:pathLst>
          </a:custGeom>
          <a:solidFill>
            <a:srgbClr val="92D050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7094" tIns="32014" rIns="37094" bIns="32014" numCol="1" spcCol="1270" anchor="ctr" anchorCtr="0">
            <a:noAutofit/>
          </a:bodyPr>
          <a:lstStyle/>
          <a:p>
            <a:pPr marL="0" marR="0" lvl="0" indent="0" algn="ctr" defTabSz="466725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8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PROJET TODOLIST</a:t>
            </a:r>
          </a:p>
        </p:txBody>
      </p:sp>
      <p:sp>
        <p:nvSpPr>
          <p:cNvPr id="29" name="Forme libre : forme 28">
            <a:extLst>
              <a:ext uri="{FF2B5EF4-FFF2-40B4-BE49-F238E27FC236}">
                <a16:creationId xmlns:a16="http://schemas.microsoft.com/office/drawing/2014/main" id="{57200D05-9E4A-D273-75ED-89A6F0B0C3C9}"/>
              </a:ext>
            </a:extLst>
          </p:cNvPr>
          <p:cNvSpPr/>
          <p:nvPr/>
        </p:nvSpPr>
        <p:spPr>
          <a:xfrm>
            <a:off x="5525046" y="3149615"/>
            <a:ext cx="903304" cy="583197"/>
          </a:xfrm>
          <a:custGeom>
            <a:avLst/>
            <a:gdLst>
              <a:gd name="connsiteX0" fmla="*/ 0 w 919162"/>
              <a:gd name="connsiteY0" fmla="*/ 56438 h 564384"/>
              <a:gd name="connsiteX1" fmla="*/ 56438 w 919162"/>
              <a:gd name="connsiteY1" fmla="*/ 0 h 564384"/>
              <a:gd name="connsiteX2" fmla="*/ 862724 w 919162"/>
              <a:gd name="connsiteY2" fmla="*/ 0 h 564384"/>
              <a:gd name="connsiteX3" fmla="*/ 919162 w 919162"/>
              <a:gd name="connsiteY3" fmla="*/ 56438 h 564384"/>
              <a:gd name="connsiteX4" fmla="*/ 919162 w 919162"/>
              <a:gd name="connsiteY4" fmla="*/ 507946 h 564384"/>
              <a:gd name="connsiteX5" fmla="*/ 862724 w 919162"/>
              <a:gd name="connsiteY5" fmla="*/ 564384 h 564384"/>
              <a:gd name="connsiteX6" fmla="*/ 56438 w 919162"/>
              <a:gd name="connsiteY6" fmla="*/ 564384 h 564384"/>
              <a:gd name="connsiteX7" fmla="*/ 0 w 919162"/>
              <a:gd name="connsiteY7" fmla="*/ 507946 h 564384"/>
              <a:gd name="connsiteX8" fmla="*/ 0 w 919162"/>
              <a:gd name="connsiteY8" fmla="*/ 56438 h 564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19162" h="564384">
                <a:moveTo>
                  <a:pt x="0" y="56438"/>
                </a:moveTo>
                <a:cubicBezTo>
                  <a:pt x="0" y="25268"/>
                  <a:pt x="25268" y="0"/>
                  <a:pt x="56438" y="0"/>
                </a:cubicBezTo>
                <a:lnTo>
                  <a:pt x="862724" y="0"/>
                </a:lnTo>
                <a:cubicBezTo>
                  <a:pt x="893894" y="0"/>
                  <a:pt x="919162" y="25268"/>
                  <a:pt x="919162" y="56438"/>
                </a:cubicBezTo>
                <a:lnTo>
                  <a:pt x="919162" y="507946"/>
                </a:lnTo>
                <a:cubicBezTo>
                  <a:pt x="919162" y="539116"/>
                  <a:pt x="893894" y="564384"/>
                  <a:pt x="862724" y="564384"/>
                </a:cubicBezTo>
                <a:lnTo>
                  <a:pt x="56438" y="564384"/>
                </a:lnTo>
                <a:cubicBezTo>
                  <a:pt x="25268" y="564384"/>
                  <a:pt x="0" y="539116"/>
                  <a:pt x="0" y="507946"/>
                </a:cubicBezTo>
                <a:lnTo>
                  <a:pt x="0" y="56438"/>
                </a:lnTo>
                <a:close/>
              </a:path>
            </a:pathLst>
          </a:custGeom>
          <a:solidFill>
            <a:srgbClr val="FFC000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4310" tIns="29865" rIns="34310" bIns="29865" numCol="1" spcCol="1270" anchor="ctr" anchorCtr="0"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fr-FR" sz="800" dirty="0"/>
              <a:t>VUE JS </a:t>
            </a:r>
            <a:br>
              <a:rPr lang="fr-FR" sz="800" dirty="0"/>
            </a:br>
            <a:r>
              <a:rPr lang="fr-FR" sz="800" dirty="0"/>
              <a:t>ROUTER SINGLE PAGE </a:t>
            </a:r>
          </a:p>
        </p:txBody>
      </p:sp>
      <p:sp>
        <p:nvSpPr>
          <p:cNvPr id="24" name="Forme libre : forme 23">
            <a:extLst>
              <a:ext uri="{FF2B5EF4-FFF2-40B4-BE49-F238E27FC236}">
                <a16:creationId xmlns:a16="http://schemas.microsoft.com/office/drawing/2014/main" id="{095DBB12-087D-2B8E-AAAF-7BE2249EBD82}"/>
              </a:ext>
            </a:extLst>
          </p:cNvPr>
          <p:cNvSpPr/>
          <p:nvPr/>
        </p:nvSpPr>
        <p:spPr>
          <a:xfrm>
            <a:off x="7988190" y="3141092"/>
            <a:ext cx="919162" cy="579313"/>
          </a:xfrm>
          <a:custGeom>
            <a:avLst/>
            <a:gdLst>
              <a:gd name="connsiteX0" fmla="*/ 0 w 919162"/>
              <a:gd name="connsiteY0" fmla="*/ 56438 h 564384"/>
              <a:gd name="connsiteX1" fmla="*/ 56438 w 919162"/>
              <a:gd name="connsiteY1" fmla="*/ 0 h 564384"/>
              <a:gd name="connsiteX2" fmla="*/ 862724 w 919162"/>
              <a:gd name="connsiteY2" fmla="*/ 0 h 564384"/>
              <a:gd name="connsiteX3" fmla="*/ 919162 w 919162"/>
              <a:gd name="connsiteY3" fmla="*/ 56438 h 564384"/>
              <a:gd name="connsiteX4" fmla="*/ 919162 w 919162"/>
              <a:gd name="connsiteY4" fmla="*/ 507946 h 564384"/>
              <a:gd name="connsiteX5" fmla="*/ 862724 w 919162"/>
              <a:gd name="connsiteY5" fmla="*/ 564384 h 564384"/>
              <a:gd name="connsiteX6" fmla="*/ 56438 w 919162"/>
              <a:gd name="connsiteY6" fmla="*/ 564384 h 564384"/>
              <a:gd name="connsiteX7" fmla="*/ 0 w 919162"/>
              <a:gd name="connsiteY7" fmla="*/ 507946 h 564384"/>
              <a:gd name="connsiteX8" fmla="*/ 0 w 919162"/>
              <a:gd name="connsiteY8" fmla="*/ 56438 h 564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19162" h="564384">
                <a:moveTo>
                  <a:pt x="0" y="56438"/>
                </a:moveTo>
                <a:cubicBezTo>
                  <a:pt x="0" y="25268"/>
                  <a:pt x="25268" y="0"/>
                  <a:pt x="56438" y="0"/>
                </a:cubicBezTo>
                <a:lnTo>
                  <a:pt x="862724" y="0"/>
                </a:lnTo>
                <a:cubicBezTo>
                  <a:pt x="893894" y="0"/>
                  <a:pt x="919162" y="25268"/>
                  <a:pt x="919162" y="56438"/>
                </a:cubicBezTo>
                <a:lnTo>
                  <a:pt x="919162" y="507946"/>
                </a:lnTo>
                <a:cubicBezTo>
                  <a:pt x="919162" y="539116"/>
                  <a:pt x="893894" y="564384"/>
                  <a:pt x="862724" y="564384"/>
                </a:cubicBezTo>
                <a:lnTo>
                  <a:pt x="56438" y="564384"/>
                </a:lnTo>
                <a:cubicBezTo>
                  <a:pt x="25268" y="564384"/>
                  <a:pt x="0" y="539116"/>
                  <a:pt x="0" y="507946"/>
                </a:cubicBezTo>
                <a:lnTo>
                  <a:pt x="0" y="56438"/>
                </a:lnTo>
                <a:close/>
              </a:path>
            </a:pathLst>
          </a:custGeom>
          <a:solidFill>
            <a:srgbClr val="92D050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4310" tIns="29865" rIns="34310" bIns="29865" numCol="1" spcCol="1270" anchor="ctr" anchorCtr="0">
            <a:noAutofit/>
          </a:bodyPr>
          <a:lstStyle/>
          <a:p>
            <a:pPr algn="ctr" defTabSz="46672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kumimoji="0" lang="fr-FR" sz="8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PROJET TODOLIST</a:t>
            </a:r>
          </a:p>
        </p:txBody>
      </p:sp>
      <p:sp>
        <p:nvSpPr>
          <p:cNvPr id="8" name="Forme libre : forme 7">
            <a:extLst>
              <a:ext uri="{FF2B5EF4-FFF2-40B4-BE49-F238E27FC236}">
                <a16:creationId xmlns:a16="http://schemas.microsoft.com/office/drawing/2014/main" id="{608F367F-82F5-9325-FA58-D63D81F23D56}"/>
              </a:ext>
            </a:extLst>
          </p:cNvPr>
          <p:cNvSpPr/>
          <p:nvPr/>
        </p:nvSpPr>
        <p:spPr>
          <a:xfrm>
            <a:off x="3107911" y="3141092"/>
            <a:ext cx="919162" cy="583198"/>
          </a:xfrm>
          <a:custGeom>
            <a:avLst/>
            <a:gdLst>
              <a:gd name="connsiteX0" fmla="*/ 0 w 919162"/>
              <a:gd name="connsiteY0" fmla="*/ 57271 h 572714"/>
              <a:gd name="connsiteX1" fmla="*/ 57271 w 919162"/>
              <a:gd name="connsiteY1" fmla="*/ 0 h 572714"/>
              <a:gd name="connsiteX2" fmla="*/ 861891 w 919162"/>
              <a:gd name="connsiteY2" fmla="*/ 0 h 572714"/>
              <a:gd name="connsiteX3" fmla="*/ 919162 w 919162"/>
              <a:gd name="connsiteY3" fmla="*/ 57271 h 572714"/>
              <a:gd name="connsiteX4" fmla="*/ 919162 w 919162"/>
              <a:gd name="connsiteY4" fmla="*/ 515443 h 572714"/>
              <a:gd name="connsiteX5" fmla="*/ 861891 w 919162"/>
              <a:gd name="connsiteY5" fmla="*/ 572714 h 572714"/>
              <a:gd name="connsiteX6" fmla="*/ 57271 w 919162"/>
              <a:gd name="connsiteY6" fmla="*/ 572714 h 572714"/>
              <a:gd name="connsiteX7" fmla="*/ 0 w 919162"/>
              <a:gd name="connsiteY7" fmla="*/ 515443 h 572714"/>
              <a:gd name="connsiteX8" fmla="*/ 0 w 919162"/>
              <a:gd name="connsiteY8" fmla="*/ 57271 h 572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19162" h="572714">
                <a:moveTo>
                  <a:pt x="0" y="57271"/>
                </a:moveTo>
                <a:cubicBezTo>
                  <a:pt x="0" y="25641"/>
                  <a:pt x="25641" y="0"/>
                  <a:pt x="57271" y="0"/>
                </a:cubicBezTo>
                <a:lnTo>
                  <a:pt x="861891" y="0"/>
                </a:lnTo>
                <a:cubicBezTo>
                  <a:pt x="893521" y="0"/>
                  <a:pt x="919162" y="25641"/>
                  <a:pt x="919162" y="57271"/>
                </a:cubicBezTo>
                <a:lnTo>
                  <a:pt x="919162" y="515443"/>
                </a:lnTo>
                <a:cubicBezTo>
                  <a:pt x="919162" y="547073"/>
                  <a:pt x="893521" y="572714"/>
                  <a:pt x="861891" y="572714"/>
                </a:cubicBezTo>
                <a:lnTo>
                  <a:pt x="57271" y="572714"/>
                </a:lnTo>
                <a:cubicBezTo>
                  <a:pt x="25641" y="572714"/>
                  <a:pt x="0" y="547073"/>
                  <a:pt x="0" y="515443"/>
                </a:cubicBezTo>
                <a:lnTo>
                  <a:pt x="0" y="57271"/>
                </a:lnTo>
                <a:close/>
              </a:path>
            </a:pathLst>
          </a:custGeom>
          <a:solidFill>
            <a:srgbClr val="92D050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4310" tIns="29865" rIns="34310" bIns="29865" numCol="1" spcCol="1270" anchor="ctr" anchorCtr="0">
            <a:noAutofit/>
          </a:bodyPr>
          <a:lstStyle/>
          <a:p>
            <a:pPr marL="0" marR="0" lvl="0" indent="0" algn="ctr" defTabSz="466725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fr-FR" sz="800" dirty="0">
                <a:solidFill>
                  <a:prstClr val="white"/>
                </a:solidFill>
                <a:latin typeface="Calibri"/>
              </a:rPr>
              <a:t>EXECICE </a:t>
            </a:r>
            <a:r>
              <a:rPr kumimoji="0" lang="fr-FR" sz="8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CASSE BRIQUE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512ECD24-A499-D4C3-83F4-27C5A2EBA7F3}"/>
              </a:ext>
            </a:extLst>
          </p:cNvPr>
          <p:cNvSpPr txBox="1"/>
          <p:nvPr/>
        </p:nvSpPr>
        <p:spPr>
          <a:xfrm>
            <a:off x="8113194" y="1094177"/>
            <a:ext cx="691314" cy="289441"/>
          </a:xfrm>
          <a:prstGeom prst="roundRect">
            <a:avLst/>
          </a:prstGeom>
          <a:solidFill>
            <a:schemeClr val="bg2">
              <a:lumMod val="75000"/>
            </a:schemeClr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Quiz </a:t>
            </a:r>
            <a:r>
              <a:rPr lang="fr-FR" sz="1100" b="1" dirty="0">
                <a:solidFill>
                  <a:prstClr val="white"/>
                </a:solidFill>
                <a:latin typeface="Calibri"/>
              </a:rPr>
              <a:t>JS2</a:t>
            </a:r>
            <a:endParaRPr kumimoji="0" lang="fr-FR" sz="11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461906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Espace réservé du contenu 3">
            <a:extLst>
              <a:ext uri="{FF2B5EF4-FFF2-40B4-BE49-F238E27FC236}">
                <a16:creationId xmlns:a16="http://schemas.microsoft.com/office/drawing/2014/main" id="{DEC9F8F5-BC4C-7EDB-4175-6793879AAC81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2601619380"/>
              </p:ext>
            </p:extLst>
          </p:nvPr>
        </p:nvGraphicFramePr>
        <p:xfrm>
          <a:off x="2699792" y="555526"/>
          <a:ext cx="5544616" cy="174244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847094">
                  <a:extLst>
                    <a:ext uri="{9D8B030D-6E8A-4147-A177-3AD203B41FA5}">
                      <a16:colId xmlns:a16="http://schemas.microsoft.com/office/drawing/2014/main" val="755743959"/>
                    </a:ext>
                  </a:extLst>
                </a:gridCol>
                <a:gridCol w="924103">
                  <a:extLst>
                    <a:ext uri="{9D8B030D-6E8A-4147-A177-3AD203B41FA5}">
                      <a16:colId xmlns:a16="http://schemas.microsoft.com/office/drawing/2014/main" val="3814853967"/>
                    </a:ext>
                  </a:extLst>
                </a:gridCol>
                <a:gridCol w="1001112">
                  <a:extLst>
                    <a:ext uri="{9D8B030D-6E8A-4147-A177-3AD203B41FA5}">
                      <a16:colId xmlns:a16="http://schemas.microsoft.com/office/drawing/2014/main" val="808821825"/>
                    </a:ext>
                  </a:extLst>
                </a:gridCol>
                <a:gridCol w="1025516">
                  <a:extLst>
                    <a:ext uri="{9D8B030D-6E8A-4147-A177-3AD203B41FA5}">
                      <a16:colId xmlns:a16="http://schemas.microsoft.com/office/drawing/2014/main" val="4253874393"/>
                    </a:ext>
                  </a:extLst>
                </a:gridCol>
                <a:gridCol w="928357">
                  <a:extLst>
                    <a:ext uri="{9D8B030D-6E8A-4147-A177-3AD203B41FA5}">
                      <a16:colId xmlns:a16="http://schemas.microsoft.com/office/drawing/2014/main" val="1903475306"/>
                    </a:ext>
                  </a:extLst>
                </a:gridCol>
                <a:gridCol w="818434">
                  <a:extLst>
                    <a:ext uri="{9D8B030D-6E8A-4147-A177-3AD203B41FA5}">
                      <a16:colId xmlns:a16="http://schemas.microsoft.com/office/drawing/2014/main" val="116937988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fr-FR" sz="1100" b="1" dirty="0">
                          <a:solidFill>
                            <a:srgbClr val="FFC000"/>
                          </a:solidFill>
                        </a:rPr>
                        <a:t>Semaine 1</a:t>
                      </a:r>
                      <a:endParaRPr lang="fr-BJ" sz="1100" b="1" dirty="0">
                        <a:solidFill>
                          <a:srgbClr val="FFC0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/>
                        <a:t>LUNDI</a:t>
                      </a:r>
                      <a:endParaRPr lang="fr-BJ" sz="1050" dirty="0"/>
                    </a:p>
                  </a:txBody>
                  <a:tcPr anchor="ctr"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/>
                        <a:t>MARDI</a:t>
                      </a:r>
                      <a:endParaRPr lang="fr-BJ" sz="1050" dirty="0"/>
                    </a:p>
                  </a:txBody>
                  <a:tcPr anchor="ctr"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/>
                        <a:t>MERCREDI</a:t>
                      </a:r>
                      <a:endParaRPr lang="fr-BJ" sz="1050" dirty="0"/>
                    </a:p>
                  </a:txBody>
                  <a:tcPr anchor="ctr"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/>
                        <a:t>JEUDI</a:t>
                      </a:r>
                      <a:endParaRPr lang="fr-BJ" sz="1050" dirty="0"/>
                    </a:p>
                  </a:txBody>
                  <a:tcPr anchor="ctr"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/>
                        <a:t>VENDREDI</a:t>
                      </a:r>
                      <a:endParaRPr lang="fr-BJ" sz="1050" dirty="0"/>
                    </a:p>
                  </a:txBody>
                  <a:tcPr anchor="ctr"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14736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900" dirty="0"/>
                        <a:t>Session 1</a:t>
                      </a:r>
                      <a:endParaRPr lang="fr-BJ" sz="9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b="1" dirty="0">
                          <a:solidFill>
                            <a:schemeClr val="bg1"/>
                          </a:solidFill>
                        </a:rPr>
                        <a:t>JOSUE</a:t>
                      </a:r>
                      <a:endParaRPr lang="fr-BJ" sz="9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b="1" dirty="0">
                          <a:solidFill>
                            <a:schemeClr val="bg1"/>
                          </a:solidFill>
                        </a:rPr>
                        <a:t>MELCHIOR</a:t>
                      </a:r>
                      <a:endParaRPr lang="fr-BJ" sz="11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b="1" dirty="0">
                          <a:solidFill>
                            <a:schemeClr val="bg1"/>
                          </a:solidFill>
                        </a:rPr>
                        <a:t>AUGUSTIN</a:t>
                      </a:r>
                      <a:endParaRPr lang="fr-BJ" sz="11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b="1" dirty="0">
                          <a:solidFill>
                            <a:schemeClr val="bg1"/>
                          </a:solidFill>
                        </a:rPr>
                        <a:t>MELCHIOR</a:t>
                      </a:r>
                      <a:endParaRPr lang="fr-BJ" sz="11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b="1" dirty="0">
                          <a:solidFill>
                            <a:schemeClr val="bg1"/>
                          </a:solidFill>
                        </a:rPr>
                        <a:t>TOMY</a:t>
                      </a:r>
                      <a:endParaRPr lang="fr-BJ" sz="11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39670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/>
                        <a:t>Session 2</a:t>
                      </a:r>
                      <a:endParaRPr lang="fr-BJ" sz="9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b="1" dirty="0">
                          <a:solidFill>
                            <a:schemeClr val="bg1"/>
                          </a:solidFill>
                        </a:rPr>
                        <a:t>AUGUSTIN</a:t>
                      </a:r>
                      <a:endParaRPr lang="fr-BJ" sz="11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b="1" dirty="0">
                          <a:solidFill>
                            <a:schemeClr val="bg1"/>
                          </a:solidFill>
                        </a:rPr>
                        <a:t>SAHID</a:t>
                      </a:r>
                      <a:endParaRPr lang="fr-BJ" sz="11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b="1" dirty="0">
                          <a:solidFill>
                            <a:schemeClr val="bg1"/>
                          </a:solidFill>
                        </a:rPr>
                        <a:t>TIBURCE</a:t>
                      </a:r>
                      <a:endParaRPr lang="fr-BJ" sz="11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b="1" dirty="0">
                          <a:solidFill>
                            <a:schemeClr val="bg1"/>
                          </a:solidFill>
                        </a:rPr>
                        <a:t>SAHID</a:t>
                      </a:r>
                      <a:endParaRPr lang="fr-BJ" sz="11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b="1" dirty="0">
                          <a:solidFill>
                            <a:schemeClr val="bg1"/>
                          </a:solidFill>
                        </a:rPr>
                        <a:t>MELCHIOR</a:t>
                      </a:r>
                      <a:endParaRPr lang="fr-BJ" sz="11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81156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900" dirty="0"/>
                        <a:t>Session 3</a:t>
                      </a:r>
                      <a:endParaRPr lang="fr-BJ" sz="9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b="1" dirty="0">
                          <a:solidFill>
                            <a:schemeClr val="bg1"/>
                          </a:solidFill>
                        </a:rPr>
                        <a:t>TIBURCE</a:t>
                      </a:r>
                      <a:endParaRPr lang="fr-BJ" sz="9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b="1" dirty="0">
                          <a:solidFill>
                            <a:schemeClr val="bg1"/>
                          </a:solidFill>
                        </a:rPr>
                        <a:t>AUGUSTIN</a:t>
                      </a:r>
                      <a:endParaRPr lang="fr-BJ" sz="11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b="1" dirty="0">
                          <a:solidFill>
                            <a:schemeClr val="bg1"/>
                          </a:solidFill>
                        </a:rPr>
                        <a:t>SAHID</a:t>
                      </a:r>
                      <a:endParaRPr lang="fr-BJ" sz="11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b="1" dirty="0">
                          <a:solidFill>
                            <a:schemeClr val="bg1"/>
                          </a:solidFill>
                        </a:rPr>
                        <a:t>JOSUE</a:t>
                      </a:r>
                      <a:endParaRPr lang="fr-BJ" sz="11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b="1" dirty="0">
                          <a:solidFill>
                            <a:schemeClr val="bg1"/>
                          </a:solidFill>
                        </a:rPr>
                        <a:t>AUGUSTIN</a:t>
                      </a:r>
                      <a:endParaRPr lang="fr-BJ" sz="11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05747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900" dirty="0"/>
                        <a:t>Session 4</a:t>
                      </a:r>
                      <a:endParaRPr lang="fr-BJ" sz="9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b="1" dirty="0">
                          <a:solidFill>
                            <a:schemeClr val="bg1"/>
                          </a:solidFill>
                        </a:rPr>
                        <a:t>SAHID</a:t>
                      </a:r>
                      <a:endParaRPr lang="fr-BJ" sz="11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b="1" dirty="0">
                          <a:solidFill>
                            <a:schemeClr val="bg1"/>
                          </a:solidFill>
                        </a:rPr>
                        <a:t>TOMY</a:t>
                      </a:r>
                      <a:endParaRPr lang="fr-BJ" sz="11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b="1" dirty="0">
                          <a:solidFill>
                            <a:schemeClr val="bg1"/>
                          </a:solidFill>
                        </a:rPr>
                        <a:t>MELCHIOR</a:t>
                      </a:r>
                      <a:endParaRPr lang="fr-BJ" sz="11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b="1" dirty="0">
                          <a:solidFill>
                            <a:schemeClr val="bg1"/>
                          </a:solidFill>
                        </a:rPr>
                        <a:t>AHGUSTIN</a:t>
                      </a:r>
                      <a:endParaRPr lang="fr-BJ" sz="11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b="1" dirty="0">
                          <a:solidFill>
                            <a:schemeClr val="bg1"/>
                          </a:solidFill>
                        </a:rPr>
                        <a:t>SAHID</a:t>
                      </a:r>
                      <a:endParaRPr lang="fr-BJ" sz="11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3162535"/>
                  </a:ext>
                </a:extLst>
              </a:tr>
            </a:tbl>
          </a:graphicData>
        </a:graphic>
      </p:graphicFrame>
      <p:graphicFrame>
        <p:nvGraphicFramePr>
          <p:cNvPr id="5" name="Espace réservé du contenu 3">
            <a:extLst>
              <a:ext uri="{FF2B5EF4-FFF2-40B4-BE49-F238E27FC236}">
                <a16:creationId xmlns:a16="http://schemas.microsoft.com/office/drawing/2014/main" id="{2D762012-A1A5-1ADB-4185-246F75C6640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2887021"/>
              </p:ext>
            </p:extLst>
          </p:nvPr>
        </p:nvGraphicFramePr>
        <p:xfrm>
          <a:off x="2699792" y="2845534"/>
          <a:ext cx="5544616" cy="174244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847094">
                  <a:extLst>
                    <a:ext uri="{9D8B030D-6E8A-4147-A177-3AD203B41FA5}">
                      <a16:colId xmlns:a16="http://schemas.microsoft.com/office/drawing/2014/main" val="755743959"/>
                    </a:ext>
                  </a:extLst>
                </a:gridCol>
                <a:gridCol w="924103">
                  <a:extLst>
                    <a:ext uri="{9D8B030D-6E8A-4147-A177-3AD203B41FA5}">
                      <a16:colId xmlns:a16="http://schemas.microsoft.com/office/drawing/2014/main" val="3814853967"/>
                    </a:ext>
                  </a:extLst>
                </a:gridCol>
                <a:gridCol w="1001112">
                  <a:extLst>
                    <a:ext uri="{9D8B030D-6E8A-4147-A177-3AD203B41FA5}">
                      <a16:colId xmlns:a16="http://schemas.microsoft.com/office/drawing/2014/main" val="808821825"/>
                    </a:ext>
                  </a:extLst>
                </a:gridCol>
                <a:gridCol w="1025516">
                  <a:extLst>
                    <a:ext uri="{9D8B030D-6E8A-4147-A177-3AD203B41FA5}">
                      <a16:colId xmlns:a16="http://schemas.microsoft.com/office/drawing/2014/main" val="4253874393"/>
                    </a:ext>
                  </a:extLst>
                </a:gridCol>
                <a:gridCol w="928357">
                  <a:extLst>
                    <a:ext uri="{9D8B030D-6E8A-4147-A177-3AD203B41FA5}">
                      <a16:colId xmlns:a16="http://schemas.microsoft.com/office/drawing/2014/main" val="1903475306"/>
                    </a:ext>
                  </a:extLst>
                </a:gridCol>
                <a:gridCol w="818434">
                  <a:extLst>
                    <a:ext uri="{9D8B030D-6E8A-4147-A177-3AD203B41FA5}">
                      <a16:colId xmlns:a16="http://schemas.microsoft.com/office/drawing/2014/main" val="116937988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fr-FR" sz="1100" b="1" dirty="0">
                          <a:solidFill>
                            <a:srgbClr val="FFC000"/>
                          </a:solidFill>
                        </a:rPr>
                        <a:t>Semaine 2</a:t>
                      </a:r>
                      <a:endParaRPr lang="fr-BJ" sz="1100" b="1" dirty="0">
                        <a:solidFill>
                          <a:srgbClr val="FFC0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/>
                        <a:t>LUNDI</a:t>
                      </a:r>
                      <a:endParaRPr lang="fr-BJ" sz="1050" dirty="0"/>
                    </a:p>
                  </a:txBody>
                  <a:tcPr anchor="ctr"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/>
                        <a:t>MARDI</a:t>
                      </a:r>
                      <a:endParaRPr lang="fr-BJ" sz="1050" dirty="0"/>
                    </a:p>
                  </a:txBody>
                  <a:tcPr anchor="ctr"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/>
                        <a:t>MERCREDI</a:t>
                      </a:r>
                      <a:endParaRPr lang="fr-BJ" sz="1050" dirty="0"/>
                    </a:p>
                  </a:txBody>
                  <a:tcPr anchor="ctr"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/>
                        <a:t>JEUDI</a:t>
                      </a:r>
                      <a:endParaRPr lang="fr-BJ" sz="1050" dirty="0"/>
                    </a:p>
                  </a:txBody>
                  <a:tcPr anchor="ctr"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/>
                        <a:t>VENDREDI</a:t>
                      </a:r>
                      <a:endParaRPr lang="fr-BJ" sz="1050" dirty="0"/>
                    </a:p>
                  </a:txBody>
                  <a:tcPr anchor="ctr"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14736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900" dirty="0"/>
                        <a:t>Session 1</a:t>
                      </a:r>
                      <a:endParaRPr lang="fr-BJ" sz="9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b="1" dirty="0">
                          <a:solidFill>
                            <a:schemeClr val="bg1"/>
                          </a:solidFill>
                        </a:rPr>
                        <a:t>SAHID</a:t>
                      </a:r>
                      <a:endParaRPr lang="fr-BJ" sz="9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b="1" dirty="0">
                          <a:solidFill>
                            <a:schemeClr val="bg1"/>
                          </a:solidFill>
                        </a:rPr>
                        <a:t>AUGUSTIN</a:t>
                      </a:r>
                      <a:endParaRPr lang="fr-BJ" sz="11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b="1" dirty="0">
                          <a:solidFill>
                            <a:schemeClr val="bg1"/>
                          </a:solidFill>
                        </a:rPr>
                        <a:t>TIBURCE</a:t>
                      </a:r>
                      <a:endParaRPr lang="fr-BJ" sz="11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b="1" dirty="0">
                          <a:solidFill>
                            <a:schemeClr val="bg1"/>
                          </a:solidFill>
                        </a:rPr>
                        <a:t>MELCHIOR</a:t>
                      </a:r>
                      <a:endParaRPr lang="fr-BJ" sz="11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b="1" dirty="0">
                          <a:solidFill>
                            <a:schemeClr val="bg1"/>
                          </a:solidFill>
                        </a:rPr>
                        <a:t>AUGUSTIN</a:t>
                      </a:r>
                      <a:endParaRPr lang="fr-BJ" sz="11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39670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/>
                        <a:t>Session 2</a:t>
                      </a:r>
                      <a:endParaRPr lang="fr-BJ" sz="9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b="1" dirty="0">
                          <a:solidFill>
                            <a:schemeClr val="bg1"/>
                          </a:solidFill>
                        </a:rPr>
                        <a:t>TIBURCE</a:t>
                      </a:r>
                      <a:endParaRPr lang="fr-BJ" sz="11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b="1" dirty="0">
                          <a:solidFill>
                            <a:schemeClr val="bg1"/>
                          </a:solidFill>
                        </a:rPr>
                        <a:t>MELCHIOR</a:t>
                      </a:r>
                      <a:endParaRPr lang="fr-BJ" sz="11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b="1" dirty="0">
                          <a:solidFill>
                            <a:schemeClr val="bg1"/>
                          </a:solidFill>
                        </a:rPr>
                        <a:t>MELCHIOR</a:t>
                      </a:r>
                      <a:endParaRPr lang="fr-BJ" sz="11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b="1" dirty="0">
                          <a:solidFill>
                            <a:schemeClr val="bg1"/>
                          </a:solidFill>
                        </a:rPr>
                        <a:t>TIBURCE</a:t>
                      </a:r>
                      <a:endParaRPr lang="fr-BJ" sz="11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FC6E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b="1" dirty="0">
                          <a:solidFill>
                            <a:schemeClr val="bg1"/>
                          </a:solidFill>
                        </a:rPr>
                        <a:t>MELCHIOR</a:t>
                      </a:r>
                      <a:endParaRPr lang="fr-BJ" sz="11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81156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900" dirty="0"/>
                        <a:t>Session 3</a:t>
                      </a:r>
                      <a:endParaRPr lang="fr-BJ" sz="9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b="1" dirty="0">
                          <a:solidFill>
                            <a:schemeClr val="bg1"/>
                          </a:solidFill>
                        </a:rPr>
                        <a:t>AUGUSTIN</a:t>
                      </a:r>
                      <a:endParaRPr lang="fr-BJ" sz="9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b="1" dirty="0">
                          <a:solidFill>
                            <a:schemeClr val="bg1"/>
                          </a:solidFill>
                        </a:rPr>
                        <a:t>TOMY</a:t>
                      </a:r>
                      <a:endParaRPr lang="fr-BJ" sz="11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b="1" dirty="0">
                          <a:solidFill>
                            <a:schemeClr val="bg1"/>
                          </a:solidFill>
                        </a:rPr>
                        <a:t>SAHID</a:t>
                      </a:r>
                      <a:endParaRPr lang="fr-BJ" sz="11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b="1" dirty="0">
                          <a:solidFill>
                            <a:schemeClr val="bg1"/>
                          </a:solidFill>
                        </a:rPr>
                        <a:t>TOMY</a:t>
                      </a:r>
                      <a:endParaRPr lang="fr-BJ" sz="11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b="1" dirty="0">
                          <a:solidFill>
                            <a:schemeClr val="bg1"/>
                          </a:solidFill>
                        </a:rPr>
                        <a:t>JOSUE</a:t>
                      </a:r>
                      <a:endParaRPr lang="fr-BJ" sz="11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05747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900" dirty="0"/>
                        <a:t>Session 4</a:t>
                      </a:r>
                      <a:endParaRPr lang="fr-BJ" sz="9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b="1" dirty="0">
                          <a:solidFill>
                            <a:schemeClr val="bg1"/>
                          </a:solidFill>
                        </a:rPr>
                        <a:t>MELCHIOR</a:t>
                      </a:r>
                      <a:endParaRPr lang="fr-BJ" sz="11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b="1" dirty="0">
                          <a:solidFill>
                            <a:schemeClr val="bg1"/>
                          </a:solidFill>
                        </a:rPr>
                        <a:t>SAHID</a:t>
                      </a:r>
                      <a:endParaRPr lang="fr-BJ" sz="11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b="1" dirty="0">
                          <a:solidFill>
                            <a:schemeClr val="bg1"/>
                          </a:solidFill>
                        </a:rPr>
                        <a:t>AUGUSTIN</a:t>
                      </a:r>
                      <a:endParaRPr lang="fr-BJ" sz="11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b="1" dirty="0">
                          <a:solidFill>
                            <a:schemeClr val="bg1"/>
                          </a:solidFill>
                        </a:rPr>
                        <a:t>AHGUSTIN</a:t>
                      </a:r>
                      <a:endParaRPr lang="fr-BJ" sz="11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b="1" dirty="0">
                          <a:solidFill>
                            <a:schemeClr val="bg1"/>
                          </a:solidFill>
                        </a:rPr>
                        <a:t>SAHID</a:t>
                      </a:r>
                      <a:endParaRPr lang="fr-BJ" sz="11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31625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6827549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Personnalisé 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92D050"/>
      </a:accent1>
      <a:accent2>
        <a:srgbClr val="F79646"/>
      </a:accent2>
      <a:accent3>
        <a:srgbClr val="FFC000"/>
      </a:accent3>
      <a:accent4>
        <a:srgbClr val="00B0F0"/>
      </a:accent4>
      <a:accent5>
        <a:srgbClr val="BD0BF5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86441</TotalTime>
  <Words>384</Words>
  <Application>Microsoft Office PowerPoint</Application>
  <PresentationFormat>Affichage à l'écran (16:9)</PresentationFormat>
  <Paragraphs>174</Paragraphs>
  <Slides>6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2" baseType="lpstr">
      <vt:lpstr>Arial</vt:lpstr>
      <vt:lpstr>Calibri</vt:lpstr>
      <vt:lpstr>Century Gothic</vt:lpstr>
      <vt:lpstr>Eurostile</vt:lpstr>
      <vt:lpstr>Wingdings</vt:lpstr>
      <vt:lpstr>Thème Office</vt:lpstr>
      <vt:lpstr>Parcours de formation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Francoise Robert</dc:creator>
  <cp:lastModifiedBy>JOSUE BIENVENUE TOHON</cp:lastModifiedBy>
  <cp:revision>370</cp:revision>
  <cp:lastPrinted>2018-06-15T17:33:56Z</cp:lastPrinted>
  <dcterms:created xsi:type="dcterms:W3CDTF">2017-02-01T11:14:34Z</dcterms:created>
  <dcterms:modified xsi:type="dcterms:W3CDTF">2024-05-16T08:23:00Z</dcterms:modified>
</cp:coreProperties>
</file>